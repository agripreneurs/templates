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65" r:id="rId2"/>
    <p:sldId id="266" r:id="rId3"/>
    <p:sldId id="259" r:id="rId4"/>
    <p:sldId id="258" r:id="rId5"/>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6D6"/>
    <a:srgbClr val="73FDD6"/>
    <a:srgbClr val="00FB92"/>
    <a:srgbClr val="009193"/>
    <a:srgbClr val="521B93"/>
    <a:srgbClr val="9437FF"/>
    <a:srgbClr val="011893"/>
    <a:srgbClr val="7A81FF"/>
    <a:srgbClr val="005493"/>
    <a:srgbClr val="76D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87" autoAdjust="0"/>
    <p:restoredTop sz="86420"/>
  </p:normalViewPr>
  <p:slideViewPr>
    <p:cSldViewPr snapToGrid="0">
      <p:cViewPr>
        <p:scale>
          <a:sx n="119" d="100"/>
          <a:sy n="119" d="100"/>
        </p:scale>
        <p:origin x="1960" y="-4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AB6B2E-C34F-4448-A692-AA7FCD070DC8}" type="datetimeFigureOut">
              <a:rPr lang="en-US" smtClean="0"/>
              <a:t>3/26/26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B8869-67CE-894D-A00C-0B69D67BB898}" type="slidenum">
              <a:rPr lang="en-US" smtClean="0"/>
              <a:t>‹#›</a:t>
            </a:fld>
            <a:endParaRPr lang="en-US"/>
          </a:p>
        </p:txBody>
      </p:sp>
    </p:spTree>
    <p:extLst>
      <p:ext uri="{BB962C8B-B14F-4D97-AF65-F5344CB8AC3E}">
        <p14:creationId xmlns:p14="http://schemas.microsoft.com/office/powerpoint/2010/main" val="968948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RpFiL-1TVLw"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BB8D4-3EC3-1E93-DADC-FD3FA1E18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2CA01-8239-8D57-66DD-6D85B5561F6C}"/>
              </a:ext>
            </a:extLst>
          </p:cNvPr>
          <p:cNvSpPr>
            <a:spLocks noGrp="1" noRot="1" noChangeAspect="1"/>
          </p:cNvSpPr>
          <p:nvPr>
            <p:ph type="sldImg"/>
          </p:nvPr>
        </p:nvSpPr>
        <p:spPr>
          <a:xfrm>
            <a:off x="1200150" y="1143000"/>
            <a:ext cx="4457700" cy="3086100"/>
          </a:xfrm>
        </p:spPr>
      </p:sp>
      <p:sp>
        <p:nvSpPr>
          <p:cNvPr id="3" name="Notes Placeholder 2">
            <a:extLst>
              <a:ext uri="{FF2B5EF4-FFF2-40B4-BE49-F238E27FC236}">
                <a16:creationId xmlns:a16="http://schemas.microsoft.com/office/drawing/2014/main" id="{EB46D02B-EB2E-2D5F-3624-3A797670E589}"/>
              </a:ext>
            </a:extLst>
          </p:cNvPr>
          <p:cNvSpPr>
            <a:spLocks noGrp="1"/>
          </p:cNvSpPr>
          <p:nvPr>
            <p:ph type="body" idx="1"/>
          </p:nvPr>
        </p:nvSpPr>
        <p:spPr/>
        <p:txBody>
          <a:bodyPr/>
          <a:lstStyle/>
          <a:p>
            <a:r>
              <a:rPr lang="en-US" dirty="0"/>
              <a:t>B3I </a:t>
            </a:r>
            <a:r>
              <a:rPr lang="en-US"/>
              <a:t>- reinsure</a:t>
            </a:r>
          </a:p>
        </p:txBody>
      </p:sp>
      <p:sp>
        <p:nvSpPr>
          <p:cNvPr id="4" name="Slide Number Placeholder 3">
            <a:extLst>
              <a:ext uri="{FF2B5EF4-FFF2-40B4-BE49-F238E27FC236}">
                <a16:creationId xmlns:a16="http://schemas.microsoft.com/office/drawing/2014/main" id="{4C8AED19-C682-4254-1E99-B89FF0E5B1A8}"/>
              </a:ext>
            </a:extLst>
          </p:cNvPr>
          <p:cNvSpPr>
            <a:spLocks noGrp="1"/>
          </p:cNvSpPr>
          <p:nvPr>
            <p:ph type="sldNum" sz="quarter" idx="5"/>
          </p:nvPr>
        </p:nvSpPr>
        <p:spPr/>
        <p:txBody>
          <a:bodyPr/>
          <a:lstStyle/>
          <a:p>
            <a:fld id="{9E3B8869-67CE-894D-A00C-0B69D67BB898}" type="slidenum">
              <a:rPr lang="en-US" smtClean="0"/>
              <a:t>1</a:t>
            </a:fld>
            <a:endParaRPr lang="en-US"/>
          </a:p>
        </p:txBody>
      </p:sp>
    </p:spTree>
    <p:extLst>
      <p:ext uri="{BB962C8B-B14F-4D97-AF65-F5344CB8AC3E}">
        <p14:creationId xmlns:p14="http://schemas.microsoft.com/office/powerpoint/2010/main" val="196169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123A1-1FE1-A121-A20C-C65F5F9C4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5E814-013A-D62B-FFCC-BB18850FC1D6}"/>
              </a:ext>
            </a:extLst>
          </p:cNvPr>
          <p:cNvSpPr>
            <a:spLocks noGrp="1" noRot="1" noChangeAspect="1"/>
          </p:cNvSpPr>
          <p:nvPr>
            <p:ph type="sldImg"/>
          </p:nvPr>
        </p:nvSpPr>
        <p:spPr>
          <a:xfrm>
            <a:off x="1200150" y="1143000"/>
            <a:ext cx="4457700" cy="3086100"/>
          </a:xfrm>
        </p:spPr>
      </p:sp>
      <p:sp>
        <p:nvSpPr>
          <p:cNvPr id="3" name="Notes Placeholder 2">
            <a:extLst>
              <a:ext uri="{FF2B5EF4-FFF2-40B4-BE49-F238E27FC236}">
                <a16:creationId xmlns:a16="http://schemas.microsoft.com/office/drawing/2014/main" id="{CD6ACAD0-08A2-3D85-9FB7-7E1AB66F74F1}"/>
              </a:ext>
            </a:extLst>
          </p:cNvPr>
          <p:cNvSpPr>
            <a:spLocks noGrp="1"/>
          </p:cNvSpPr>
          <p:nvPr>
            <p:ph type="body" idx="1"/>
          </p:nvPr>
        </p:nvSpPr>
        <p:spPr/>
        <p:txBody>
          <a:bodyPr/>
          <a:lstStyle/>
          <a:p>
            <a:r>
              <a:rPr lang="en-US" dirty="0"/>
              <a:t>B3I </a:t>
            </a:r>
            <a:r>
              <a:rPr lang="en-US"/>
              <a:t>- reinsure</a:t>
            </a:r>
          </a:p>
        </p:txBody>
      </p:sp>
      <p:sp>
        <p:nvSpPr>
          <p:cNvPr id="4" name="Slide Number Placeholder 3">
            <a:extLst>
              <a:ext uri="{FF2B5EF4-FFF2-40B4-BE49-F238E27FC236}">
                <a16:creationId xmlns:a16="http://schemas.microsoft.com/office/drawing/2014/main" id="{CC8C7F1C-83D0-1616-BFE1-BFBE9AC1BD80}"/>
              </a:ext>
            </a:extLst>
          </p:cNvPr>
          <p:cNvSpPr>
            <a:spLocks noGrp="1"/>
          </p:cNvSpPr>
          <p:nvPr>
            <p:ph type="sldNum" sz="quarter" idx="5"/>
          </p:nvPr>
        </p:nvSpPr>
        <p:spPr/>
        <p:txBody>
          <a:bodyPr/>
          <a:lstStyle/>
          <a:p>
            <a:fld id="{9E3B8869-67CE-894D-A00C-0B69D67BB898}" type="slidenum">
              <a:rPr lang="en-US" smtClean="0"/>
              <a:t>2</a:t>
            </a:fld>
            <a:endParaRPr lang="en-US"/>
          </a:p>
        </p:txBody>
      </p:sp>
    </p:spTree>
    <p:extLst>
      <p:ext uri="{BB962C8B-B14F-4D97-AF65-F5344CB8AC3E}">
        <p14:creationId xmlns:p14="http://schemas.microsoft.com/office/powerpoint/2010/main" val="1340302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r>
              <a:rPr lang="en-US" dirty="0"/>
              <a:t>https://</a:t>
            </a:r>
            <a:r>
              <a:rPr lang="en-US" dirty="0" err="1"/>
              <a:t>canvanizer.com</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dirty="0">
                <a:solidFill>
                  <a:schemeClr val="tx1"/>
                </a:solidFill>
                <a:effectLst/>
                <a:latin typeface="+mn-lt"/>
                <a:ea typeface="+mn-ea"/>
                <a:cs typeface="+mn-cs"/>
                <a:hlinkClick r:id="rId3"/>
              </a:rPr>
              <a:t>https://www.youtube.com/watch?v=RpFiL-1TVLw</a:t>
            </a:r>
          </a:p>
          <a:p>
            <a:endParaRPr lang="en-US" dirty="0"/>
          </a:p>
        </p:txBody>
      </p:sp>
      <p:sp>
        <p:nvSpPr>
          <p:cNvPr id="4" name="Slide Number Placeholder 3"/>
          <p:cNvSpPr>
            <a:spLocks noGrp="1"/>
          </p:cNvSpPr>
          <p:nvPr>
            <p:ph type="sldNum" sz="quarter" idx="5"/>
          </p:nvPr>
        </p:nvSpPr>
        <p:spPr/>
        <p:txBody>
          <a:bodyPr/>
          <a:lstStyle/>
          <a:p>
            <a:fld id="{5A3F945A-7CD2-3F49-B093-BDEA8F2C1435}" type="slidenum">
              <a:rPr lang="en-US" smtClean="0"/>
              <a:t>3</a:t>
            </a:fld>
            <a:endParaRPr lang="en-US"/>
          </a:p>
        </p:txBody>
      </p:sp>
    </p:spTree>
    <p:extLst>
      <p:ext uri="{BB962C8B-B14F-4D97-AF65-F5344CB8AC3E}">
        <p14:creationId xmlns:p14="http://schemas.microsoft.com/office/powerpoint/2010/main" val="3570719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3F945A-7CD2-3F49-B093-BDEA8F2C1435}" type="slidenum">
              <a:rPr lang="en-US" smtClean="0"/>
              <a:t>4</a:t>
            </a:fld>
            <a:endParaRPr lang="en-US"/>
          </a:p>
        </p:txBody>
      </p:sp>
    </p:spTree>
    <p:extLst>
      <p:ext uri="{BB962C8B-B14F-4D97-AF65-F5344CB8AC3E}">
        <p14:creationId xmlns:p14="http://schemas.microsoft.com/office/powerpoint/2010/main" val="4200259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2817C-F19B-4C23-B978-559991C8AA72}"/>
              </a:ext>
            </a:extLst>
          </p:cNvPr>
          <p:cNvSpPr>
            <a:spLocks noGrp="1"/>
          </p:cNvSpPr>
          <p:nvPr>
            <p:ph type="ctrTitle"/>
          </p:nvPr>
        </p:nvSpPr>
        <p:spPr>
          <a:xfrm>
            <a:off x="1238250" y="1122363"/>
            <a:ext cx="7429500" cy="2387600"/>
          </a:xfrm>
        </p:spPr>
        <p:txBody>
          <a:bodyPr anchor="b"/>
          <a:lstStyle>
            <a:lvl1pPr algn="ctr">
              <a:defRPr sz="4875"/>
            </a:lvl1pPr>
          </a:lstStyle>
          <a:p>
            <a:r>
              <a:rPr lang="en-GB"/>
              <a:t>Click to edit Master title style</a:t>
            </a:r>
            <a:endParaRPr lang="en-US"/>
          </a:p>
        </p:txBody>
      </p:sp>
      <p:sp>
        <p:nvSpPr>
          <p:cNvPr id="3" name="Subtitle 2">
            <a:extLst>
              <a:ext uri="{FF2B5EF4-FFF2-40B4-BE49-F238E27FC236}">
                <a16:creationId xmlns:a16="http://schemas.microsoft.com/office/drawing/2014/main" id="{40FF127F-D8E9-4075-A566-586F7EC280CB}"/>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A342943-530F-44B7-B11C-4B3ABA4BB89B}"/>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5" name="Footer Placeholder 4">
            <a:extLst>
              <a:ext uri="{FF2B5EF4-FFF2-40B4-BE49-F238E27FC236}">
                <a16:creationId xmlns:a16="http://schemas.microsoft.com/office/drawing/2014/main" id="{B6CF3B28-E762-4AC7-B57C-D0E539D26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0C062-79FA-40C8-BC6C-78354563E20E}"/>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4278170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EF5D-89C9-4591-AE25-BC3EE0C1D6B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A62D29-C0FB-49AB-BF79-461CAB0B6AD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F31169F-CFE4-43DA-B4AF-D0C1E0BB7EBD}"/>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5" name="Footer Placeholder 4">
            <a:extLst>
              <a:ext uri="{FF2B5EF4-FFF2-40B4-BE49-F238E27FC236}">
                <a16:creationId xmlns:a16="http://schemas.microsoft.com/office/drawing/2014/main" id="{E74DFCF9-9400-43EC-AFCB-4280BA3D0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98C9DF-3204-435E-96C3-435B435D5103}"/>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1117120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5B97C-E9EC-4105-8907-E8FB50D77C7E}"/>
              </a:ext>
            </a:extLst>
          </p:cNvPr>
          <p:cNvSpPr>
            <a:spLocks noGrp="1"/>
          </p:cNvSpPr>
          <p:nvPr>
            <p:ph type="title"/>
          </p:nvPr>
        </p:nvSpPr>
        <p:spPr>
          <a:xfrm>
            <a:off x="675878" y="1709738"/>
            <a:ext cx="8543925" cy="2852737"/>
          </a:xfrm>
        </p:spPr>
        <p:txBody>
          <a:bodyPr anchor="b"/>
          <a:lstStyle>
            <a:lvl1pPr>
              <a:defRPr sz="4875"/>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213745E-64C5-42E8-AA79-0888B1340E1C}"/>
              </a:ext>
            </a:extLst>
          </p:cNvPr>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9F70FF6-1504-4E5C-BEA1-0513942A60EB}"/>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5" name="Footer Placeholder 4">
            <a:extLst>
              <a:ext uri="{FF2B5EF4-FFF2-40B4-BE49-F238E27FC236}">
                <a16:creationId xmlns:a16="http://schemas.microsoft.com/office/drawing/2014/main" id="{E5D681E4-1A0F-4EFD-AC8C-D4946D107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50F54-6612-497E-8605-7DA58246BB38}"/>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1768017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9AEC4-8331-4B94-BA5E-D9658DFC4C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5634802-04DC-47E4-9479-04B08AE658EB}"/>
              </a:ext>
            </a:extLst>
          </p:cNvPr>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2551FF4-8EB6-4B14-B002-440E76AE79F3}"/>
              </a:ext>
            </a:extLst>
          </p:cNvPr>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B122A7F-E644-4FF3-9C33-E572ECA56D27}"/>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6" name="Footer Placeholder 5">
            <a:extLst>
              <a:ext uri="{FF2B5EF4-FFF2-40B4-BE49-F238E27FC236}">
                <a16:creationId xmlns:a16="http://schemas.microsoft.com/office/drawing/2014/main" id="{9F6A2AA0-B446-46DA-90D3-2B11A2D124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0DDE93-EAC4-4625-82B4-31C36EF7E6AB}"/>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1458821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B5710-0BE3-44B6-807C-25B4120878C7}"/>
              </a:ext>
            </a:extLst>
          </p:cNvPr>
          <p:cNvSpPr>
            <a:spLocks noGrp="1"/>
          </p:cNvSpPr>
          <p:nvPr>
            <p:ph type="title"/>
          </p:nvPr>
        </p:nvSpPr>
        <p:spPr>
          <a:xfrm>
            <a:off x="682328" y="365126"/>
            <a:ext cx="8543925"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C1B526-4D4B-4388-9466-D1624684AD0A}"/>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GB"/>
              <a:t>Click to edit Master text styles</a:t>
            </a:r>
          </a:p>
        </p:txBody>
      </p:sp>
      <p:sp>
        <p:nvSpPr>
          <p:cNvPr id="4" name="Content Placeholder 3">
            <a:extLst>
              <a:ext uri="{FF2B5EF4-FFF2-40B4-BE49-F238E27FC236}">
                <a16:creationId xmlns:a16="http://schemas.microsoft.com/office/drawing/2014/main" id="{67692308-12BD-4B28-BCE3-51935B3F9790}"/>
              </a:ext>
            </a:extLst>
          </p:cNvPr>
          <p:cNvSpPr>
            <a:spLocks noGrp="1"/>
          </p:cNvSpPr>
          <p:nvPr>
            <p:ph sz="half" idx="2"/>
          </p:nvPr>
        </p:nvSpPr>
        <p:spPr>
          <a:xfrm>
            <a:off x="682328"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7E0872B-788D-4ABC-AE95-C0F3CE5FD5EE}"/>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GB"/>
              <a:t>Click to edit Master text styles</a:t>
            </a:r>
          </a:p>
        </p:txBody>
      </p:sp>
      <p:sp>
        <p:nvSpPr>
          <p:cNvPr id="6" name="Content Placeholder 5">
            <a:extLst>
              <a:ext uri="{FF2B5EF4-FFF2-40B4-BE49-F238E27FC236}">
                <a16:creationId xmlns:a16="http://schemas.microsoft.com/office/drawing/2014/main" id="{C63E7E1B-E76C-4252-8A97-648201B64886}"/>
              </a:ext>
            </a:extLst>
          </p:cNvPr>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EB20C0F-0794-43FB-ADC7-1A599841303D}"/>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8" name="Footer Placeholder 7">
            <a:extLst>
              <a:ext uri="{FF2B5EF4-FFF2-40B4-BE49-F238E27FC236}">
                <a16:creationId xmlns:a16="http://schemas.microsoft.com/office/drawing/2014/main" id="{90648FB7-A750-426C-8849-B8F5FC4A7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10D896-70EB-4916-9236-B0CF03B5ECFD}"/>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1163762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979E-CB5F-48DC-B6AB-CAE97513FE8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018A648-35B4-40AE-9308-8B635B4E57DB}"/>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4" name="Footer Placeholder 3">
            <a:extLst>
              <a:ext uri="{FF2B5EF4-FFF2-40B4-BE49-F238E27FC236}">
                <a16:creationId xmlns:a16="http://schemas.microsoft.com/office/drawing/2014/main" id="{E32E0751-036D-4AA0-9AE1-023645D295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680F66-1852-4205-9D10-9A59ECF457A7}"/>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3050487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54B24D-85D8-4E54-80A5-886A28E8B53D}"/>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3" name="Footer Placeholder 2">
            <a:extLst>
              <a:ext uri="{FF2B5EF4-FFF2-40B4-BE49-F238E27FC236}">
                <a16:creationId xmlns:a16="http://schemas.microsoft.com/office/drawing/2014/main" id="{ED2EA4F8-2EE8-4BF8-B75D-868450B00F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E2FBAB-B70C-4CD7-964E-1D1122A4348C}"/>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2378845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5E47E-8C94-445B-8A6C-CDF9F28BE1BB}"/>
              </a:ext>
            </a:extLst>
          </p:cNvPr>
          <p:cNvSpPr>
            <a:spLocks noGrp="1"/>
          </p:cNvSpPr>
          <p:nvPr>
            <p:ph type="title"/>
          </p:nvPr>
        </p:nvSpPr>
        <p:spPr>
          <a:xfrm>
            <a:off x="682328" y="457200"/>
            <a:ext cx="3194943" cy="1600200"/>
          </a:xfrm>
        </p:spPr>
        <p:txBody>
          <a:bodyPr anchor="b"/>
          <a:lstStyle>
            <a:lvl1pPr>
              <a:defRPr sz="26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C7A2D14-B8FB-4437-9DBF-DFE87946E4FA}"/>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1C7EDBB-182C-4361-AC32-0EA6117C1FD2}"/>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GB"/>
              <a:t>Click to edit Master text styles</a:t>
            </a:r>
          </a:p>
        </p:txBody>
      </p:sp>
      <p:sp>
        <p:nvSpPr>
          <p:cNvPr id="5" name="Date Placeholder 4">
            <a:extLst>
              <a:ext uri="{FF2B5EF4-FFF2-40B4-BE49-F238E27FC236}">
                <a16:creationId xmlns:a16="http://schemas.microsoft.com/office/drawing/2014/main" id="{0D7DE2F8-F598-46C2-9267-B14F09CC29D9}"/>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6" name="Footer Placeholder 5">
            <a:extLst>
              <a:ext uri="{FF2B5EF4-FFF2-40B4-BE49-F238E27FC236}">
                <a16:creationId xmlns:a16="http://schemas.microsoft.com/office/drawing/2014/main" id="{164685AA-E355-47C8-9EDF-C7A462B60D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CB308B-ECEE-43CD-8DC3-EB0EA2A86140}"/>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1462264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A0BED-5A77-4714-B0E7-C241928F149F}"/>
              </a:ext>
            </a:extLst>
          </p:cNvPr>
          <p:cNvSpPr>
            <a:spLocks noGrp="1"/>
          </p:cNvSpPr>
          <p:nvPr>
            <p:ph type="title"/>
          </p:nvPr>
        </p:nvSpPr>
        <p:spPr>
          <a:xfrm>
            <a:off x="682328" y="457200"/>
            <a:ext cx="3194943" cy="1600200"/>
          </a:xfrm>
        </p:spPr>
        <p:txBody>
          <a:bodyPr anchor="b"/>
          <a:lstStyle>
            <a:lvl1pPr>
              <a:defRPr sz="26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9694D33-3562-41BD-9193-90E527079B64}"/>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r>
              <a:rPr lang="en-GB"/>
              <a:t>Click icon to add picture</a:t>
            </a:r>
            <a:endParaRPr lang="en-US"/>
          </a:p>
        </p:txBody>
      </p:sp>
      <p:sp>
        <p:nvSpPr>
          <p:cNvPr id="4" name="Text Placeholder 3">
            <a:extLst>
              <a:ext uri="{FF2B5EF4-FFF2-40B4-BE49-F238E27FC236}">
                <a16:creationId xmlns:a16="http://schemas.microsoft.com/office/drawing/2014/main" id="{577219FA-1AD9-453E-8E73-5E8D3484476B}"/>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GB"/>
              <a:t>Click to edit Master text styles</a:t>
            </a:r>
          </a:p>
        </p:txBody>
      </p:sp>
      <p:sp>
        <p:nvSpPr>
          <p:cNvPr id="5" name="Date Placeholder 4">
            <a:extLst>
              <a:ext uri="{FF2B5EF4-FFF2-40B4-BE49-F238E27FC236}">
                <a16:creationId xmlns:a16="http://schemas.microsoft.com/office/drawing/2014/main" id="{D0B8EE51-A86C-4260-8FAE-0A3749BF214E}"/>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6" name="Footer Placeholder 5">
            <a:extLst>
              <a:ext uri="{FF2B5EF4-FFF2-40B4-BE49-F238E27FC236}">
                <a16:creationId xmlns:a16="http://schemas.microsoft.com/office/drawing/2014/main" id="{8D7DB999-C2A2-4658-90A0-5EF6FAC64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14A8F9-2BD3-4328-A151-B501258D51DA}"/>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4060436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0600-D37B-454D-8923-EBBB72213C7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867E5F3-A53A-4D77-B6C3-3BC5EAADB97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2B57A3-7643-43BC-8B43-492A273E62BC}"/>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5" name="Footer Placeholder 4">
            <a:extLst>
              <a:ext uri="{FF2B5EF4-FFF2-40B4-BE49-F238E27FC236}">
                <a16:creationId xmlns:a16="http://schemas.microsoft.com/office/drawing/2014/main" id="{B19D520A-3008-41BC-8510-1C362750F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6FEB8-3584-4885-AECB-22CBB5AA798D}"/>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241295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2180DB-F17C-4666-A84F-7ED1A5EFB89B}"/>
              </a:ext>
            </a:extLst>
          </p:cNvPr>
          <p:cNvSpPr>
            <a:spLocks noGrp="1"/>
          </p:cNvSpPr>
          <p:nvPr>
            <p:ph type="title" orient="vert"/>
          </p:nvPr>
        </p:nvSpPr>
        <p:spPr>
          <a:xfrm>
            <a:off x="7088981" y="365125"/>
            <a:ext cx="2135981"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9E4CC4-4BEB-4396-8D7A-206BF9D5CF38}"/>
              </a:ext>
            </a:extLst>
          </p:cNvPr>
          <p:cNvSpPr>
            <a:spLocks noGrp="1"/>
          </p:cNvSpPr>
          <p:nvPr>
            <p:ph type="body" orient="vert" idx="1"/>
          </p:nvPr>
        </p:nvSpPr>
        <p:spPr>
          <a:xfrm>
            <a:off x="681037"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616749-93EF-4585-874C-BEE10A1AF687}"/>
              </a:ext>
            </a:extLst>
          </p:cNvPr>
          <p:cNvSpPr>
            <a:spLocks noGrp="1"/>
          </p:cNvSpPr>
          <p:nvPr>
            <p:ph type="dt" sz="half" idx="10"/>
          </p:nvPr>
        </p:nvSpPr>
        <p:spPr/>
        <p:txBody>
          <a:bodyPr/>
          <a:lstStyle/>
          <a:p>
            <a:fld id="{05618DE0-7836-415B-A3BB-BB41B129B1D3}" type="datetimeFigureOut">
              <a:rPr lang="en-US" smtClean="0"/>
              <a:t>3/26/26</a:t>
            </a:fld>
            <a:endParaRPr lang="en-US"/>
          </a:p>
        </p:txBody>
      </p:sp>
      <p:sp>
        <p:nvSpPr>
          <p:cNvPr id="5" name="Footer Placeholder 4">
            <a:extLst>
              <a:ext uri="{FF2B5EF4-FFF2-40B4-BE49-F238E27FC236}">
                <a16:creationId xmlns:a16="http://schemas.microsoft.com/office/drawing/2014/main" id="{1294499A-2D21-4DED-9103-281E1A654A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4E413-4097-4E76-AD9F-6CF98E96BA62}"/>
              </a:ext>
            </a:extLst>
          </p:cNvPr>
          <p:cNvSpPr>
            <a:spLocks noGrp="1"/>
          </p:cNvSpPr>
          <p:nvPr>
            <p:ph type="sldNum" sz="quarter" idx="12"/>
          </p:nvPr>
        </p:nvSpPr>
        <p:spPr/>
        <p:txBody>
          <a:bodyPr/>
          <a:lstStyle/>
          <a:p>
            <a:fld id="{2F99EB39-FD2C-4D2C-9AFB-6EE4C88CA867}" type="slidenum">
              <a:rPr lang="en-US" smtClean="0"/>
              <a:t>‹#›</a:t>
            </a:fld>
            <a:endParaRPr lang="en-US"/>
          </a:p>
        </p:txBody>
      </p:sp>
    </p:spTree>
    <p:extLst>
      <p:ext uri="{BB962C8B-B14F-4D97-AF65-F5344CB8AC3E}">
        <p14:creationId xmlns:p14="http://schemas.microsoft.com/office/powerpoint/2010/main" val="2373389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DE9637-D834-493B-A787-229EAFAA68B0}"/>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CB2CE9F-B666-4432-B9D6-9C8D20957BF0}"/>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53A5F5-6DAF-420E-8F5D-868CFDB1B9E8}"/>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05618DE0-7836-415B-A3BB-BB41B129B1D3}" type="datetimeFigureOut">
              <a:rPr lang="en-US" smtClean="0"/>
              <a:t>3/26/26</a:t>
            </a:fld>
            <a:endParaRPr lang="en-US"/>
          </a:p>
        </p:txBody>
      </p:sp>
      <p:sp>
        <p:nvSpPr>
          <p:cNvPr id="5" name="Footer Placeholder 4">
            <a:extLst>
              <a:ext uri="{FF2B5EF4-FFF2-40B4-BE49-F238E27FC236}">
                <a16:creationId xmlns:a16="http://schemas.microsoft.com/office/drawing/2014/main" id="{025BDD88-E272-49E0-8FBA-C28B243C14FE}"/>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29C07B-67B4-4CED-8EBF-F3D9E54D23BA}"/>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2F99EB39-FD2C-4D2C-9AFB-6EE4C88CA867}" type="slidenum">
              <a:rPr lang="en-US" smtClean="0"/>
              <a:t>‹#›</a:t>
            </a:fld>
            <a:endParaRPr lang="en-US"/>
          </a:p>
        </p:txBody>
      </p:sp>
    </p:spTree>
    <p:extLst>
      <p:ext uri="{BB962C8B-B14F-4D97-AF65-F5344CB8AC3E}">
        <p14:creationId xmlns:p14="http://schemas.microsoft.com/office/powerpoint/2010/main" val="3931170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9460DB-B2D5-F444-1558-0AC6F45FA7F1}"/>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91BCC21D-C0EF-CBA7-9F1F-F335E5550363}"/>
              </a:ext>
            </a:extLst>
          </p:cNvPr>
          <p:cNvSpPr/>
          <p:nvPr/>
        </p:nvSpPr>
        <p:spPr>
          <a:xfrm>
            <a:off x="63555" y="82657"/>
            <a:ext cx="4903457" cy="504419"/>
          </a:xfrm>
          <a:prstGeom prst="snip2DiagRect">
            <a:avLst/>
          </a:prstGeom>
          <a:solidFill>
            <a:srgbClr val="76D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accent1">
                    <a:lumMod val="50000"/>
                  </a:schemeClr>
                </a:solidFill>
              </a:rPr>
              <a:t>The Ground Truth (What is broken?)</a:t>
            </a:r>
          </a:p>
        </p:txBody>
      </p:sp>
      <p:sp>
        <p:nvSpPr>
          <p:cNvPr id="5" name="Rectangle 4">
            <a:extLst>
              <a:ext uri="{FF2B5EF4-FFF2-40B4-BE49-F238E27FC236}">
                <a16:creationId xmlns:a16="http://schemas.microsoft.com/office/drawing/2014/main" id="{0EDF6187-286D-6656-AC3C-4DE84C9F546C}"/>
              </a:ext>
            </a:extLst>
          </p:cNvPr>
          <p:cNvSpPr/>
          <p:nvPr/>
        </p:nvSpPr>
        <p:spPr>
          <a:xfrm>
            <a:off x="63556" y="641598"/>
            <a:ext cx="9750337" cy="493975"/>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What are the exact points of friction? </a:t>
            </a:r>
          </a:p>
          <a:p>
            <a:r>
              <a:rPr lang="en-US" sz="1200" dirty="0"/>
              <a:t>(e.g., </a:t>
            </a:r>
            <a:r>
              <a:rPr lang="en-US" sz="1200" i="1" dirty="0"/>
              <a:t>Instead of "Farmers lose money," write "Chilli farmers lose 30% of their crop value during sun-drying due to unpredictable rain."</a:t>
            </a:r>
            <a:r>
              <a:rPr lang="en-US" sz="1200" dirty="0"/>
              <a:t>)</a:t>
            </a:r>
          </a:p>
        </p:txBody>
      </p:sp>
      <p:sp>
        <p:nvSpPr>
          <p:cNvPr id="6" name="Rectangle 5">
            <a:extLst>
              <a:ext uri="{FF2B5EF4-FFF2-40B4-BE49-F238E27FC236}">
                <a16:creationId xmlns:a16="http://schemas.microsoft.com/office/drawing/2014/main" id="{FE887662-3E3B-F07F-E5E9-9497D1832E52}"/>
              </a:ext>
            </a:extLst>
          </p:cNvPr>
          <p:cNvSpPr/>
          <p:nvPr/>
        </p:nvSpPr>
        <p:spPr>
          <a:xfrm>
            <a:off x="77702" y="2686551"/>
            <a:ext cx="9750340" cy="318401"/>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Who exactly is feeling this pain the most? Be specific. (e.g., Not just "Farmers," but "Marginal farmers with less than 2 acres.")</a:t>
            </a:r>
          </a:p>
        </p:txBody>
      </p:sp>
      <p:sp>
        <p:nvSpPr>
          <p:cNvPr id="10" name="TextBox 9">
            <a:extLst>
              <a:ext uri="{FF2B5EF4-FFF2-40B4-BE49-F238E27FC236}">
                <a16:creationId xmlns:a16="http://schemas.microsoft.com/office/drawing/2014/main" id="{96374974-7E0E-9239-A1B3-A8A655A438A8}"/>
              </a:ext>
            </a:extLst>
          </p:cNvPr>
          <p:cNvSpPr txBox="1"/>
          <p:nvPr/>
        </p:nvSpPr>
        <p:spPr>
          <a:xfrm>
            <a:off x="77728" y="1146222"/>
            <a:ext cx="9750314" cy="1535798"/>
          </a:xfrm>
          <a:prstGeom prst="rect">
            <a:avLst/>
          </a:prstGeom>
          <a:solidFill>
            <a:schemeClr val="tx2">
              <a:lumMod val="20000"/>
              <a:lumOff val="80000"/>
            </a:schemeClr>
          </a:solidFill>
          <a:ln>
            <a:noFill/>
          </a:ln>
        </p:spPr>
        <p:txBody>
          <a:bodyPr wrap="square" rtlCol="0">
            <a:noAutofit/>
          </a:bodyPr>
          <a:lstStyle/>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endParaRPr lang="en-US" sz="975" dirty="0"/>
          </a:p>
        </p:txBody>
      </p:sp>
      <p:sp>
        <p:nvSpPr>
          <p:cNvPr id="18" name="TextBox 17">
            <a:extLst>
              <a:ext uri="{FF2B5EF4-FFF2-40B4-BE49-F238E27FC236}">
                <a16:creationId xmlns:a16="http://schemas.microsoft.com/office/drawing/2014/main" id="{821D7D3D-073C-8376-CF60-83708361B3B4}"/>
              </a:ext>
            </a:extLst>
          </p:cNvPr>
          <p:cNvSpPr txBox="1"/>
          <p:nvPr/>
        </p:nvSpPr>
        <p:spPr>
          <a:xfrm flipH="1">
            <a:off x="91859" y="6627636"/>
            <a:ext cx="9722031" cy="230832"/>
          </a:xfrm>
          <a:prstGeom prst="rect">
            <a:avLst/>
          </a:prstGeom>
          <a:noFill/>
          <a:ln>
            <a:noFill/>
          </a:ln>
        </p:spPr>
        <p:txBody>
          <a:bodyPr wrap="square" rtlCol="0">
            <a:spAutoFit/>
          </a:bodyPr>
          <a:lstStyle/>
          <a:p>
            <a:r>
              <a:rPr lang="en-US" sz="900" dirty="0">
                <a:solidFill>
                  <a:schemeClr val="accent1">
                    <a:lumMod val="50000"/>
                  </a:schemeClr>
                </a:solidFill>
              </a:rPr>
              <a:t>Designed for AgriPreneur Community and is intended for sharing ideas and use cases, any one who uses or reads this will need to maintain confidentiality of the idea and not replicate some one else’s work</a:t>
            </a:r>
          </a:p>
        </p:txBody>
      </p:sp>
      <p:sp>
        <p:nvSpPr>
          <p:cNvPr id="19" name="Rectangle: Diagonal Corners Snipped 18">
            <a:extLst>
              <a:ext uri="{FF2B5EF4-FFF2-40B4-BE49-F238E27FC236}">
                <a16:creationId xmlns:a16="http://schemas.microsoft.com/office/drawing/2014/main" id="{7F9071DE-6EDD-BA29-98BA-F37A074BD01F}"/>
              </a:ext>
            </a:extLst>
          </p:cNvPr>
          <p:cNvSpPr/>
          <p:nvPr/>
        </p:nvSpPr>
        <p:spPr>
          <a:xfrm>
            <a:off x="4967021" y="93272"/>
            <a:ext cx="4861021" cy="493976"/>
          </a:xfrm>
          <a:prstGeom prst="snip2DiagRect">
            <a:avLst/>
          </a:prstGeom>
          <a:solidFill>
            <a:srgbClr val="76D6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14859" bIns="14859" rtlCol="0" anchor="t"/>
          <a:lstStyle/>
          <a:p>
            <a:r>
              <a:rPr lang="en-US" sz="1200" b="1" dirty="0">
                <a:solidFill>
                  <a:schemeClr val="accent1">
                    <a:lumMod val="50000"/>
                  </a:schemeClr>
                </a:solidFill>
              </a:rPr>
              <a:t>Idea Name(s):</a:t>
            </a:r>
          </a:p>
          <a:p>
            <a:r>
              <a:rPr lang="en-US" sz="1200" b="1" dirty="0">
                <a:solidFill>
                  <a:schemeClr val="accent1">
                    <a:lumMod val="50000"/>
                  </a:schemeClr>
                </a:solidFill>
              </a:rPr>
              <a:t>Author(s):</a:t>
            </a:r>
          </a:p>
        </p:txBody>
      </p:sp>
      <p:sp>
        <p:nvSpPr>
          <p:cNvPr id="26" name="TextBox 25">
            <a:extLst>
              <a:ext uri="{FF2B5EF4-FFF2-40B4-BE49-F238E27FC236}">
                <a16:creationId xmlns:a16="http://schemas.microsoft.com/office/drawing/2014/main" id="{25B07712-C885-4209-034A-7E6960AB4974}"/>
              </a:ext>
            </a:extLst>
          </p:cNvPr>
          <p:cNvSpPr txBox="1"/>
          <p:nvPr/>
        </p:nvSpPr>
        <p:spPr>
          <a:xfrm>
            <a:off x="91851" y="3014363"/>
            <a:ext cx="4875170" cy="828611"/>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p:txBody>
      </p:sp>
      <p:sp>
        <p:nvSpPr>
          <p:cNvPr id="27" name="TextBox 26">
            <a:extLst>
              <a:ext uri="{FF2B5EF4-FFF2-40B4-BE49-F238E27FC236}">
                <a16:creationId xmlns:a16="http://schemas.microsoft.com/office/drawing/2014/main" id="{D764A0FB-CC7F-9F70-376B-617DE6838457}"/>
              </a:ext>
            </a:extLst>
          </p:cNvPr>
          <p:cNvSpPr txBox="1"/>
          <p:nvPr/>
        </p:nvSpPr>
        <p:spPr>
          <a:xfrm>
            <a:off x="4967012" y="3014362"/>
            <a:ext cx="4875170" cy="828611"/>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endParaRPr lang="en-US" sz="975" dirty="0"/>
          </a:p>
        </p:txBody>
      </p:sp>
      <p:cxnSp>
        <p:nvCxnSpPr>
          <p:cNvPr id="29" name="Straight Connector 28">
            <a:extLst>
              <a:ext uri="{FF2B5EF4-FFF2-40B4-BE49-F238E27FC236}">
                <a16:creationId xmlns:a16="http://schemas.microsoft.com/office/drawing/2014/main" id="{92FF9562-E1C6-0C23-66A8-FF7E37AF1BCA}"/>
              </a:ext>
            </a:extLst>
          </p:cNvPr>
          <p:cNvCxnSpPr>
            <a:cxnSpLocks/>
          </p:cNvCxnSpPr>
          <p:nvPr/>
        </p:nvCxnSpPr>
        <p:spPr>
          <a:xfrm flipH="1">
            <a:off x="4981102" y="3015412"/>
            <a:ext cx="68" cy="82651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7FC70B7-1812-31F2-B89E-3630CEF51A0D}"/>
              </a:ext>
            </a:extLst>
          </p:cNvPr>
          <p:cNvSpPr/>
          <p:nvPr/>
        </p:nvSpPr>
        <p:spPr>
          <a:xfrm>
            <a:off x="91851" y="3832270"/>
            <a:ext cx="9750340" cy="318400"/>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How are they surviving this problem today? What is their current, broken workaround or alternative?</a:t>
            </a:r>
          </a:p>
        </p:txBody>
      </p:sp>
      <p:sp>
        <p:nvSpPr>
          <p:cNvPr id="31" name="TextBox 30">
            <a:extLst>
              <a:ext uri="{FF2B5EF4-FFF2-40B4-BE49-F238E27FC236}">
                <a16:creationId xmlns:a16="http://schemas.microsoft.com/office/drawing/2014/main" id="{D773BF75-4D3C-AB2A-733A-77285CF40F63}"/>
              </a:ext>
            </a:extLst>
          </p:cNvPr>
          <p:cNvSpPr txBox="1"/>
          <p:nvPr/>
        </p:nvSpPr>
        <p:spPr>
          <a:xfrm>
            <a:off x="91851" y="4151723"/>
            <a:ext cx="4875170" cy="981532"/>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a:p>
            <a:endParaRPr lang="en-US" sz="975" dirty="0"/>
          </a:p>
        </p:txBody>
      </p:sp>
      <p:sp>
        <p:nvSpPr>
          <p:cNvPr id="32" name="TextBox 31">
            <a:extLst>
              <a:ext uri="{FF2B5EF4-FFF2-40B4-BE49-F238E27FC236}">
                <a16:creationId xmlns:a16="http://schemas.microsoft.com/office/drawing/2014/main" id="{8386E148-C990-9377-5A3C-9C27213EF80C}"/>
              </a:ext>
            </a:extLst>
          </p:cNvPr>
          <p:cNvSpPr txBox="1"/>
          <p:nvPr/>
        </p:nvSpPr>
        <p:spPr>
          <a:xfrm>
            <a:off x="4967012" y="4151722"/>
            <a:ext cx="4875170" cy="981532"/>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p:txBody>
      </p:sp>
      <p:cxnSp>
        <p:nvCxnSpPr>
          <p:cNvPr id="33" name="Straight Connector 32">
            <a:extLst>
              <a:ext uri="{FF2B5EF4-FFF2-40B4-BE49-F238E27FC236}">
                <a16:creationId xmlns:a16="http://schemas.microsoft.com/office/drawing/2014/main" id="{1A90B37F-392E-FD2D-595F-C366D0F9CA31}"/>
              </a:ext>
            </a:extLst>
          </p:cNvPr>
          <p:cNvCxnSpPr>
            <a:cxnSpLocks/>
          </p:cNvCxnSpPr>
          <p:nvPr/>
        </p:nvCxnSpPr>
        <p:spPr>
          <a:xfrm>
            <a:off x="4981102" y="4151722"/>
            <a:ext cx="0" cy="981531"/>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DA3EF7A4-E67B-7155-E154-AC60CD6025CF}"/>
              </a:ext>
            </a:extLst>
          </p:cNvPr>
          <p:cNvSpPr/>
          <p:nvPr/>
        </p:nvSpPr>
        <p:spPr>
          <a:xfrm>
            <a:off x="77702" y="5133253"/>
            <a:ext cx="9750340" cy="498155"/>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i="1" dirty="0"/>
              <a:t>Why does their current workaround suck?</a:t>
            </a:r>
            <a:r>
              <a:rPr lang="en-US" sz="1200" dirty="0"/>
              <a:t> </a:t>
            </a:r>
          </a:p>
          <a:p>
            <a:r>
              <a:rPr lang="en-US" sz="1200" dirty="0"/>
              <a:t>(If the current workaround is actually "good enough," we don't have a startup idea yet).</a:t>
            </a:r>
          </a:p>
        </p:txBody>
      </p:sp>
      <p:sp>
        <p:nvSpPr>
          <p:cNvPr id="35" name="TextBox 34">
            <a:extLst>
              <a:ext uri="{FF2B5EF4-FFF2-40B4-BE49-F238E27FC236}">
                <a16:creationId xmlns:a16="http://schemas.microsoft.com/office/drawing/2014/main" id="{6ADCDAED-345A-5402-57A8-E381FA516879}"/>
              </a:ext>
            </a:extLst>
          </p:cNvPr>
          <p:cNvSpPr txBox="1"/>
          <p:nvPr/>
        </p:nvSpPr>
        <p:spPr>
          <a:xfrm>
            <a:off x="77839" y="5632460"/>
            <a:ext cx="4875170" cy="995175"/>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p:txBody>
      </p:sp>
      <p:sp>
        <p:nvSpPr>
          <p:cNvPr id="36" name="TextBox 35">
            <a:extLst>
              <a:ext uri="{FF2B5EF4-FFF2-40B4-BE49-F238E27FC236}">
                <a16:creationId xmlns:a16="http://schemas.microsoft.com/office/drawing/2014/main" id="{27424D0E-0EDB-1E6B-FFF8-33199572607E}"/>
              </a:ext>
            </a:extLst>
          </p:cNvPr>
          <p:cNvSpPr txBox="1"/>
          <p:nvPr/>
        </p:nvSpPr>
        <p:spPr>
          <a:xfrm>
            <a:off x="4953000" y="5632459"/>
            <a:ext cx="4875170" cy="995174"/>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p:txBody>
      </p:sp>
      <p:cxnSp>
        <p:nvCxnSpPr>
          <p:cNvPr id="37" name="Straight Connector 36">
            <a:extLst>
              <a:ext uri="{FF2B5EF4-FFF2-40B4-BE49-F238E27FC236}">
                <a16:creationId xmlns:a16="http://schemas.microsoft.com/office/drawing/2014/main" id="{B1F01006-F27E-830C-12FF-4A0427FC4564}"/>
              </a:ext>
            </a:extLst>
          </p:cNvPr>
          <p:cNvCxnSpPr>
            <a:cxnSpLocks/>
          </p:cNvCxnSpPr>
          <p:nvPr/>
        </p:nvCxnSpPr>
        <p:spPr>
          <a:xfrm>
            <a:off x="4981102" y="5631932"/>
            <a:ext cx="2" cy="9962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6892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83B31A-DC1C-3DDD-5DE2-A6F969228D70}"/>
            </a:ext>
          </a:extLst>
        </p:cNvPr>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7E1C751A-D285-7118-5184-62729B2B3727}"/>
              </a:ext>
            </a:extLst>
          </p:cNvPr>
          <p:cNvSpPr/>
          <p:nvPr/>
        </p:nvSpPr>
        <p:spPr>
          <a:xfrm>
            <a:off x="63555" y="82657"/>
            <a:ext cx="4903466" cy="504419"/>
          </a:xfrm>
          <a:prstGeom prst="snip2DiagRect">
            <a:avLst/>
          </a:prstGeom>
          <a:solidFill>
            <a:srgbClr val="76D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accent1">
                    <a:lumMod val="50000"/>
                  </a:schemeClr>
                </a:solidFill>
              </a:rPr>
              <a:t>The Market Scale (Does this problem matter?)</a:t>
            </a:r>
          </a:p>
        </p:txBody>
      </p:sp>
      <p:sp>
        <p:nvSpPr>
          <p:cNvPr id="5" name="Rectangle 4">
            <a:extLst>
              <a:ext uri="{FF2B5EF4-FFF2-40B4-BE49-F238E27FC236}">
                <a16:creationId xmlns:a16="http://schemas.microsoft.com/office/drawing/2014/main" id="{2EF54C56-4FE7-CEE0-B3F0-515687BEDF04}"/>
              </a:ext>
            </a:extLst>
          </p:cNvPr>
          <p:cNvSpPr/>
          <p:nvPr/>
        </p:nvSpPr>
        <p:spPr>
          <a:xfrm>
            <a:off x="63556" y="641598"/>
            <a:ext cx="9750337" cy="327639"/>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Is this an Immediate need or a Frequent need? (e.g., Does this pain happen every single day, or once a year?)</a:t>
            </a:r>
          </a:p>
        </p:txBody>
      </p:sp>
      <p:sp>
        <p:nvSpPr>
          <p:cNvPr id="6" name="Rectangle 5">
            <a:extLst>
              <a:ext uri="{FF2B5EF4-FFF2-40B4-BE49-F238E27FC236}">
                <a16:creationId xmlns:a16="http://schemas.microsoft.com/office/drawing/2014/main" id="{D31115CB-86C8-D2EE-9EF3-117B7F5AB38B}"/>
              </a:ext>
            </a:extLst>
          </p:cNvPr>
          <p:cNvSpPr/>
          <p:nvPr/>
        </p:nvSpPr>
        <p:spPr>
          <a:xfrm>
            <a:off x="77702" y="2196876"/>
            <a:ext cx="9750340" cy="327639"/>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Are there a several (</a:t>
            </a:r>
            <a:r>
              <a:rPr lang="en-US" sz="1200" dirty="0" err="1"/>
              <a:t>eg:Lakhs</a:t>
            </a:r>
            <a:r>
              <a:rPr lang="en-US" sz="1200" dirty="0"/>
              <a:t> of) people facing this exact same friction, and is that number growing?</a:t>
            </a:r>
          </a:p>
        </p:txBody>
      </p:sp>
      <p:sp>
        <p:nvSpPr>
          <p:cNvPr id="10" name="TextBox 9">
            <a:extLst>
              <a:ext uri="{FF2B5EF4-FFF2-40B4-BE49-F238E27FC236}">
                <a16:creationId xmlns:a16="http://schemas.microsoft.com/office/drawing/2014/main" id="{C348DF9E-B290-7F34-49C3-8DAB8EBE5504}"/>
              </a:ext>
            </a:extLst>
          </p:cNvPr>
          <p:cNvSpPr txBox="1"/>
          <p:nvPr/>
        </p:nvSpPr>
        <p:spPr>
          <a:xfrm>
            <a:off x="77728" y="982494"/>
            <a:ext cx="9750314" cy="1207989"/>
          </a:xfrm>
          <a:prstGeom prst="rect">
            <a:avLst/>
          </a:prstGeom>
          <a:solidFill>
            <a:schemeClr val="tx2">
              <a:lumMod val="20000"/>
              <a:lumOff val="80000"/>
            </a:schemeClr>
          </a:solidFill>
          <a:ln>
            <a:noFill/>
          </a:ln>
        </p:spPr>
        <p:txBody>
          <a:bodyPr wrap="square" rtlCol="0">
            <a:noAutofit/>
          </a:bodyPr>
          <a:lstStyle/>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r>
              <a:rPr lang="en-US" sz="975" dirty="0"/>
              <a:t> </a:t>
            </a:r>
          </a:p>
          <a:p>
            <a:pPr marL="232172" indent="-232172">
              <a:lnSpc>
                <a:spcPct val="150000"/>
              </a:lnSpc>
              <a:spcBef>
                <a:spcPts val="488"/>
              </a:spcBef>
              <a:buFont typeface="Wingdings" panose="05000000000000000000" pitchFamily="2" charset="2"/>
              <a:buChar char="§"/>
            </a:pPr>
            <a:endParaRPr lang="en-US" sz="975" dirty="0"/>
          </a:p>
        </p:txBody>
      </p:sp>
      <p:sp>
        <p:nvSpPr>
          <p:cNvPr id="19" name="Rectangle: Diagonal Corners Snipped 18">
            <a:extLst>
              <a:ext uri="{FF2B5EF4-FFF2-40B4-BE49-F238E27FC236}">
                <a16:creationId xmlns:a16="http://schemas.microsoft.com/office/drawing/2014/main" id="{E87F2680-5E24-9BF9-6C87-FE90F675161F}"/>
              </a:ext>
            </a:extLst>
          </p:cNvPr>
          <p:cNvSpPr/>
          <p:nvPr/>
        </p:nvSpPr>
        <p:spPr>
          <a:xfrm>
            <a:off x="4967021" y="93272"/>
            <a:ext cx="4861021" cy="493976"/>
          </a:xfrm>
          <a:prstGeom prst="snip2DiagRect">
            <a:avLst/>
          </a:prstGeom>
          <a:solidFill>
            <a:srgbClr val="76D6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tIns="14859" bIns="14859" rtlCol="0" anchor="t"/>
          <a:lstStyle/>
          <a:p>
            <a:r>
              <a:rPr lang="en-US" sz="1200" b="1" dirty="0">
                <a:solidFill>
                  <a:schemeClr val="accent1">
                    <a:lumMod val="50000"/>
                  </a:schemeClr>
                </a:solidFill>
              </a:rPr>
              <a:t>Idea Name(s):</a:t>
            </a:r>
          </a:p>
          <a:p>
            <a:r>
              <a:rPr lang="en-US" sz="1200" b="1" dirty="0">
                <a:solidFill>
                  <a:schemeClr val="accent1">
                    <a:lumMod val="50000"/>
                  </a:schemeClr>
                </a:solidFill>
              </a:rPr>
              <a:t>Author(s):</a:t>
            </a:r>
          </a:p>
        </p:txBody>
      </p:sp>
      <p:sp>
        <p:nvSpPr>
          <p:cNvPr id="26" name="TextBox 25">
            <a:extLst>
              <a:ext uri="{FF2B5EF4-FFF2-40B4-BE49-F238E27FC236}">
                <a16:creationId xmlns:a16="http://schemas.microsoft.com/office/drawing/2014/main" id="{5F0BDCBF-D218-AC76-3372-78D1480CB365}"/>
              </a:ext>
            </a:extLst>
          </p:cNvPr>
          <p:cNvSpPr txBox="1"/>
          <p:nvPr/>
        </p:nvSpPr>
        <p:spPr>
          <a:xfrm>
            <a:off x="77693" y="2524689"/>
            <a:ext cx="4889328" cy="719532"/>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p:txBody>
      </p:sp>
      <p:sp>
        <p:nvSpPr>
          <p:cNvPr id="27" name="TextBox 26">
            <a:extLst>
              <a:ext uri="{FF2B5EF4-FFF2-40B4-BE49-F238E27FC236}">
                <a16:creationId xmlns:a16="http://schemas.microsoft.com/office/drawing/2014/main" id="{63FC8F9C-E8C2-530D-0123-CAD31A40F0ED}"/>
              </a:ext>
            </a:extLst>
          </p:cNvPr>
          <p:cNvSpPr txBox="1"/>
          <p:nvPr/>
        </p:nvSpPr>
        <p:spPr>
          <a:xfrm>
            <a:off x="4967012" y="2524688"/>
            <a:ext cx="4875170" cy="719532"/>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endParaRPr lang="en-US" sz="975" dirty="0"/>
          </a:p>
        </p:txBody>
      </p:sp>
      <p:cxnSp>
        <p:nvCxnSpPr>
          <p:cNvPr id="29" name="Straight Connector 28">
            <a:extLst>
              <a:ext uri="{FF2B5EF4-FFF2-40B4-BE49-F238E27FC236}">
                <a16:creationId xmlns:a16="http://schemas.microsoft.com/office/drawing/2014/main" id="{04D20F04-A621-0F51-44F1-84FF83DF805A}"/>
              </a:ext>
            </a:extLst>
          </p:cNvPr>
          <p:cNvCxnSpPr>
            <a:cxnSpLocks/>
          </p:cNvCxnSpPr>
          <p:nvPr/>
        </p:nvCxnSpPr>
        <p:spPr>
          <a:xfrm>
            <a:off x="4981170" y="2525737"/>
            <a:ext cx="0" cy="718482"/>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2B8B328-3CC7-DD44-9D85-62249C8EC834}"/>
              </a:ext>
            </a:extLst>
          </p:cNvPr>
          <p:cNvSpPr/>
          <p:nvPr/>
        </p:nvSpPr>
        <p:spPr>
          <a:xfrm>
            <a:off x="77693" y="3248227"/>
            <a:ext cx="9764498" cy="505049"/>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What is this problem currently costing the victim in Rupees or wasted labor? </a:t>
            </a:r>
          </a:p>
          <a:p>
            <a:r>
              <a:rPr lang="en-US" sz="1200" dirty="0"/>
              <a:t>Are they genuinely frustrated enough to pay for a fix?</a:t>
            </a:r>
          </a:p>
        </p:txBody>
      </p:sp>
      <p:sp>
        <p:nvSpPr>
          <p:cNvPr id="31" name="TextBox 30">
            <a:extLst>
              <a:ext uri="{FF2B5EF4-FFF2-40B4-BE49-F238E27FC236}">
                <a16:creationId xmlns:a16="http://schemas.microsoft.com/office/drawing/2014/main" id="{30610A3E-B6A3-86F4-BCF7-0527ED014F9D}"/>
              </a:ext>
            </a:extLst>
          </p:cNvPr>
          <p:cNvSpPr txBox="1"/>
          <p:nvPr/>
        </p:nvSpPr>
        <p:spPr>
          <a:xfrm>
            <a:off x="77692" y="3759671"/>
            <a:ext cx="4903477" cy="995174"/>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a:p>
            <a:endParaRPr lang="en-US" sz="975" dirty="0"/>
          </a:p>
        </p:txBody>
      </p:sp>
      <p:sp>
        <p:nvSpPr>
          <p:cNvPr id="32" name="TextBox 31">
            <a:extLst>
              <a:ext uri="{FF2B5EF4-FFF2-40B4-BE49-F238E27FC236}">
                <a16:creationId xmlns:a16="http://schemas.microsoft.com/office/drawing/2014/main" id="{8ACA7745-8E45-AC0A-BA0C-09EA98988139}"/>
              </a:ext>
            </a:extLst>
          </p:cNvPr>
          <p:cNvSpPr txBox="1"/>
          <p:nvPr/>
        </p:nvSpPr>
        <p:spPr>
          <a:xfrm>
            <a:off x="4974082" y="3759670"/>
            <a:ext cx="4868099" cy="995174"/>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p:txBody>
      </p:sp>
      <p:cxnSp>
        <p:nvCxnSpPr>
          <p:cNvPr id="33" name="Straight Connector 32">
            <a:extLst>
              <a:ext uri="{FF2B5EF4-FFF2-40B4-BE49-F238E27FC236}">
                <a16:creationId xmlns:a16="http://schemas.microsoft.com/office/drawing/2014/main" id="{4A7674D9-7724-5689-2CA0-D84777CCF1B5}"/>
              </a:ext>
            </a:extLst>
          </p:cNvPr>
          <p:cNvCxnSpPr>
            <a:cxnSpLocks/>
          </p:cNvCxnSpPr>
          <p:nvPr/>
        </p:nvCxnSpPr>
        <p:spPr>
          <a:xfrm flipH="1">
            <a:off x="4979768" y="3753276"/>
            <a:ext cx="7070" cy="1007962"/>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5B0826A-E386-5945-A7B9-43394C52D364}"/>
              </a:ext>
            </a:extLst>
          </p:cNvPr>
          <p:cNvSpPr/>
          <p:nvPr/>
        </p:nvSpPr>
        <p:spPr>
          <a:xfrm>
            <a:off x="77702" y="4761238"/>
            <a:ext cx="9750340" cy="498155"/>
          </a:xfrm>
          <a:prstGeom prst="rect">
            <a:avLst/>
          </a:prstGeom>
          <a:solidFill>
            <a:srgbClr val="0054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i="1" dirty="0"/>
              <a:t>If we build the perfect solution tomorrow, what is the #1 reason the user might still say "No thanks"? </a:t>
            </a:r>
            <a:endParaRPr lang="en-US" sz="1200" dirty="0"/>
          </a:p>
        </p:txBody>
      </p:sp>
      <p:sp>
        <p:nvSpPr>
          <p:cNvPr id="35" name="TextBox 34">
            <a:extLst>
              <a:ext uri="{FF2B5EF4-FFF2-40B4-BE49-F238E27FC236}">
                <a16:creationId xmlns:a16="http://schemas.microsoft.com/office/drawing/2014/main" id="{E61C7126-6EA8-FD74-3566-0D2B86689A95}"/>
              </a:ext>
            </a:extLst>
          </p:cNvPr>
          <p:cNvSpPr txBox="1"/>
          <p:nvPr/>
        </p:nvSpPr>
        <p:spPr>
          <a:xfrm>
            <a:off x="77839" y="5260444"/>
            <a:ext cx="4875170" cy="1367191"/>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a:p>
            <a:r>
              <a:rPr lang="en-US" sz="975" dirty="0"/>
              <a:t> </a:t>
            </a:r>
          </a:p>
        </p:txBody>
      </p:sp>
      <p:sp>
        <p:nvSpPr>
          <p:cNvPr id="36" name="TextBox 35">
            <a:extLst>
              <a:ext uri="{FF2B5EF4-FFF2-40B4-BE49-F238E27FC236}">
                <a16:creationId xmlns:a16="http://schemas.microsoft.com/office/drawing/2014/main" id="{B357FBC6-FA1C-183E-31E4-7671D5A9D105}"/>
              </a:ext>
            </a:extLst>
          </p:cNvPr>
          <p:cNvSpPr txBox="1"/>
          <p:nvPr/>
        </p:nvSpPr>
        <p:spPr>
          <a:xfrm>
            <a:off x="4953000" y="5260443"/>
            <a:ext cx="4875170" cy="1367190"/>
          </a:xfrm>
          <a:prstGeom prst="rect">
            <a:avLst/>
          </a:prstGeom>
          <a:solidFill>
            <a:schemeClr val="tx2">
              <a:lumMod val="20000"/>
              <a:lumOff val="80000"/>
            </a:schemeClr>
          </a:solidFill>
          <a:ln>
            <a:noFill/>
          </a:ln>
        </p:spPr>
        <p:txBody>
          <a:bodyPr wrap="square" rtlCol="0">
            <a:noAutofit/>
          </a:bodyPr>
          <a:lstStyle>
            <a:defPPr>
              <a:defRPr lang="en-US"/>
            </a:defPPr>
            <a:lvl1pPr marL="285750" indent="-285750">
              <a:lnSpc>
                <a:spcPct val="150000"/>
              </a:lnSpc>
              <a:spcBef>
                <a:spcPts val="600"/>
              </a:spcBef>
              <a:buFont typeface="Wingdings" panose="05000000000000000000" pitchFamily="2" charset="2"/>
              <a:buChar char="§"/>
              <a:defRPr sz="1200"/>
            </a:lvl1pPr>
          </a:lstStyle>
          <a:p>
            <a:r>
              <a:rPr lang="en-US" sz="975" dirty="0"/>
              <a:t> </a:t>
            </a:r>
          </a:p>
          <a:p>
            <a:r>
              <a:rPr lang="en-US" sz="975" dirty="0"/>
              <a:t> </a:t>
            </a:r>
          </a:p>
          <a:p>
            <a:r>
              <a:rPr lang="en-US" sz="975" dirty="0"/>
              <a:t> </a:t>
            </a:r>
          </a:p>
          <a:p>
            <a:r>
              <a:rPr lang="en-US" sz="975" dirty="0"/>
              <a:t> </a:t>
            </a:r>
          </a:p>
        </p:txBody>
      </p:sp>
      <p:cxnSp>
        <p:nvCxnSpPr>
          <p:cNvPr id="37" name="Straight Connector 36">
            <a:extLst>
              <a:ext uri="{FF2B5EF4-FFF2-40B4-BE49-F238E27FC236}">
                <a16:creationId xmlns:a16="http://schemas.microsoft.com/office/drawing/2014/main" id="{71C6F74F-E80A-AA7B-025C-79277FEC46BA}"/>
              </a:ext>
            </a:extLst>
          </p:cNvPr>
          <p:cNvCxnSpPr>
            <a:cxnSpLocks/>
          </p:cNvCxnSpPr>
          <p:nvPr/>
        </p:nvCxnSpPr>
        <p:spPr>
          <a:xfrm>
            <a:off x="4967158" y="5265786"/>
            <a:ext cx="0" cy="1361847"/>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28A007A-F735-2C2C-CE64-4040E27E2759}"/>
              </a:ext>
            </a:extLst>
          </p:cNvPr>
          <p:cNvSpPr txBox="1"/>
          <p:nvPr/>
        </p:nvSpPr>
        <p:spPr>
          <a:xfrm flipH="1">
            <a:off x="91859" y="6627636"/>
            <a:ext cx="9722031" cy="230832"/>
          </a:xfrm>
          <a:prstGeom prst="rect">
            <a:avLst/>
          </a:prstGeom>
          <a:noFill/>
          <a:ln>
            <a:noFill/>
          </a:ln>
        </p:spPr>
        <p:txBody>
          <a:bodyPr wrap="square" rtlCol="0">
            <a:spAutoFit/>
          </a:bodyPr>
          <a:lstStyle/>
          <a:p>
            <a:r>
              <a:rPr lang="en-US" sz="900" dirty="0">
                <a:solidFill>
                  <a:schemeClr val="accent1">
                    <a:lumMod val="50000"/>
                  </a:schemeClr>
                </a:solidFill>
              </a:rPr>
              <a:t>Designed for AgriPreneur Community and is intended for sharing ideas and use cases, any one who uses or reads this will need to maintain confidentiality of the idea and not replicate some one else’s work</a:t>
            </a:r>
          </a:p>
        </p:txBody>
      </p:sp>
    </p:spTree>
    <p:extLst>
      <p:ext uri="{BB962C8B-B14F-4D97-AF65-F5344CB8AC3E}">
        <p14:creationId xmlns:p14="http://schemas.microsoft.com/office/powerpoint/2010/main" val="118964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9E9DB7-7963-F341-8122-5866F2DB48A1}"/>
              </a:ext>
            </a:extLst>
          </p:cNvPr>
          <p:cNvSpPr txBox="1"/>
          <p:nvPr/>
        </p:nvSpPr>
        <p:spPr>
          <a:xfrm>
            <a:off x="-15298" y="87375"/>
            <a:ext cx="9294159" cy="442429"/>
          </a:xfrm>
          <a:prstGeom prst="rect">
            <a:avLst/>
          </a:prstGeom>
          <a:noFill/>
        </p:spPr>
        <p:txBody>
          <a:bodyPr wrap="square" rtlCol="0">
            <a:spAutoFit/>
          </a:bodyPr>
          <a:lstStyle/>
          <a:p>
            <a:pPr algn="ctr"/>
            <a:r>
              <a:rPr lang="en-US" sz="2275" dirty="0">
                <a:solidFill>
                  <a:schemeClr val="accent2">
                    <a:lumMod val="75000"/>
                  </a:schemeClr>
                </a:solidFill>
                <a:latin typeface="Arial Rounded MT Bold" panose="020F0704030504030204" pitchFamily="34" charset="77"/>
              </a:rPr>
              <a:t>Business Model Canvas</a:t>
            </a:r>
          </a:p>
        </p:txBody>
      </p:sp>
      <p:sp>
        <p:nvSpPr>
          <p:cNvPr id="49" name="Google Shape;101;p15">
            <a:extLst>
              <a:ext uri="{FF2B5EF4-FFF2-40B4-BE49-F238E27FC236}">
                <a16:creationId xmlns:a16="http://schemas.microsoft.com/office/drawing/2014/main" id="{716E61D7-D022-7034-2939-610CAFFF48FE}"/>
              </a:ext>
            </a:extLst>
          </p:cNvPr>
          <p:cNvSpPr/>
          <p:nvPr/>
        </p:nvSpPr>
        <p:spPr>
          <a:xfrm>
            <a:off x="137879" y="529804"/>
            <a:ext cx="9630885" cy="6240821"/>
          </a:xfrm>
          <a:prstGeom prst="rect">
            <a:avLst/>
          </a:prstGeom>
          <a:solidFill>
            <a:srgbClr val="E0F2FB"/>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0" name="Google Shape;102;p15">
            <a:extLst>
              <a:ext uri="{FF2B5EF4-FFF2-40B4-BE49-F238E27FC236}">
                <a16:creationId xmlns:a16="http://schemas.microsoft.com/office/drawing/2014/main" id="{AEEC1496-FC0F-5856-70C5-450623DC19BB}"/>
              </a:ext>
            </a:extLst>
          </p:cNvPr>
          <p:cNvSpPr/>
          <p:nvPr/>
        </p:nvSpPr>
        <p:spPr>
          <a:xfrm>
            <a:off x="137235" y="529804"/>
            <a:ext cx="1919646" cy="4376620"/>
          </a:xfrm>
          <a:prstGeom prst="rect">
            <a:avLst/>
          </a:prstGeom>
          <a:solidFill>
            <a:srgbClr val="D8D8D8">
              <a:alpha val="20000"/>
            </a:srgbClr>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dirty="0">
              <a:solidFill>
                <a:schemeClr val="lt1"/>
              </a:solidFill>
              <a:latin typeface="Calibri"/>
              <a:ea typeface="Calibri"/>
              <a:cs typeface="Calibri"/>
              <a:sym typeface="Calibri"/>
            </a:endParaRPr>
          </a:p>
        </p:txBody>
      </p:sp>
      <p:sp>
        <p:nvSpPr>
          <p:cNvPr id="51" name="Google Shape;103;p15">
            <a:extLst>
              <a:ext uri="{FF2B5EF4-FFF2-40B4-BE49-F238E27FC236}">
                <a16:creationId xmlns:a16="http://schemas.microsoft.com/office/drawing/2014/main" id="{167A9903-314D-6F1F-42BD-078FD49BB773}"/>
              </a:ext>
            </a:extLst>
          </p:cNvPr>
          <p:cNvSpPr/>
          <p:nvPr/>
        </p:nvSpPr>
        <p:spPr>
          <a:xfrm>
            <a:off x="1920781" y="529804"/>
            <a:ext cx="1783546" cy="1465644"/>
          </a:xfrm>
          <a:prstGeom prst="rect">
            <a:avLst/>
          </a:prstGeom>
          <a:noFill/>
          <a:ln>
            <a:noFill/>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2" name="Google Shape;104;p15">
            <a:extLst>
              <a:ext uri="{FF2B5EF4-FFF2-40B4-BE49-F238E27FC236}">
                <a16:creationId xmlns:a16="http://schemas.microsoft.com/office/drawing/2014/main" id="{3A23ABBD-CF66-4A05-29EA-11029E130A0B}"/>
              </a:ext>
            </a:extLst>
          </p:cNvPr>
          <p:cNvSpPr/>
          <p:nvPr/>
        </p:nvSpPr>
        <p:spPr>
          <a:xfrm>
            <a:off x="3903500" y="529804"/>
            <a:ext cx="1877292" cy="4376620"/>
          </a:xfrm>
          <a:prstGeom prst="rect">
            <a:avLst/>
          </a:prstGeom>
          <a:solidFill>
            <a:srgbClr val="E0F2FB">
              <a:alpha val="60000"/>
            </a:srgbClr>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3" name="Google Shape;105;p15">
            <a:extLst>
              <a:ext uri="{FF2B5EF4-FFF2-40B4-BE49-F238E27FC236}">
                <a16:creationId xmlns:a16="http://schemas.microsoft.com/office/drawing/2014/main" id="{70B4E3FF-02AB-82E9-0697-277B8FA01334}"/>
              </a:ext>
            </a:extLst>
          </p:cNvPr>
          <p:cNvSpPr/>
          <p:nvPr/>
        </p:nvSpPr>
        <p:spPr>
          <a:xfrm>
            <a:off x="7842281" y="529804"/>
            <a:ext cx="1889637" cy="4376620"/>
          </a:xfrm>
          <a:prstGeom prst="rect">
            <a:avLst/>
          </a:prstGeom>
          <a:solidFill>
            <a:srgbClr val="E0F2FB">
              <a:alpha val="60000"/>
            </a:srgbClr>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4" name="Google Shape;106;p15">
            <a:extLst>
              <a:ext uri="{FF2B5EF4-FFF2-40B4-BE49-F238E27FC236}">
                <a16:creationId xmlns:a16="http://schemas.microsoft.com/office/drawing/2014/main" id="{5A90FF75-F87E-61B4-5B0E-F0662020B9FE}"/>
              </a:ext>
            </a:extLst>
          </p:cNvPr>
          <p:cNvSpPr/>
          <p:nvPr/>
        </p:nvSpPr>
        <p:spPr>
          <a:xfrm>
            <a:off x="2052041" y="2798403"/>
            <a:ext cx="1845469" cy="2108020"/>
          </a:xfrm>
          <a:prstGeom prst="rect">
            <a:avLst/>
          </a:prstGeom>
          <a:solidFill>
            <a:srgbClr val="D8D8D8">
              <a:alpha val="20000"/>
            </a:srgbClr>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5" name="Google Shape;107;p15">
            <a:extLst>
              <a:ext uri="{FF2B5EF4-FFF2-40B4-BE49-F238E27FC236}">
                <a16:creationId xmlns:a16="http://schemas.microsoft.com/office/drawing/2014/main" id="{C54C3C47-09BD-A476-E2AF-77637FCE9F16}"/>
              </a:ext>
            </a:extLst>
          </p:cNvPr>
          <p:cNvSpPr/>
          <p:nvPr/>
        </p:nvSpPr>
        <p:spPr>
          <a:xfrm>
            <a:off x="5786781" y="529803"/>
            <a:ext cx="2006612" cy="2096447"/>
          </a:xfrm>
          <a:prstGeom prst="rect">
            <a:avLst/>
          </a:prstGeom>
          <a:solidFill>
            <a:srgbClr val="D8D8D8">
              <a:alpha val="20000"/>
            </a:srgbClr>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6" name="Google Shape;108;p15">
            <a:extLst>
              <a:ext uri="{FF2B5EF4-FFF2-40B4-BE49-F238E27FC236}">
                <a16:creationId xmlns:a16="http://schemas.microsoft.com/office/drawing/2014/main" id="{7F3CDB62-42F8-6D71-9245-DFF807C79839}"/>
              </a:ext>
            </a:extLst>
          </p:cNvPr>
          <p:cNvSpPr/>
          <p:nvPr/>
        </p:nvSpPr>
        <p:spPr>
          <a:xfrm>
            <a:off x="5489961" y="1995449"/>
            <a:ext cx="1783546" cy="1445001"/>
          </a:xfrm>
          <a:prstGeom prst="rect">
            <a:avLst/>
          </a:prstGeom>
          <a:noFill/>
          <a:ln>
            <a:noFill/>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7" name="Google Shape;109;p15">
            <a:extLst>
              <a:ext uri="{FF2B5EF4-FFF2-40B4-BE49-F238E27FC236}">
                <a16:creationId xmlns:a16="http://schemas.microsoft.com/office/drawing/2014/main" id="{3DD296A2-E92F-8994-BC1B-12E4051B7240}"/>
              </a:ext>
            </a:extLst>
          </p:cNvPr>
          <p:cNvSpPr/>
          <p:nvPr/>
        </p:nvSpPr>
        <p:spPr>
          <a:xfrm>
            <a:off x="137235" y="3440450"/>
            <a:ext cx="4459506" cy="1300501"/>
          </a:xfrm>
          <a:prstGeom prst="rect">
            <a:avLst/>
          </a:prstGeom>
          <a:noFill/>
          <a:ln>
            <a:noFill/>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8" name="Google Shape;110;p15">
            <a:extLst>
              <a:ext uri="{FF2B5EF4-FFF2-40B4-BE49-F238E27FC236}">
                <a16:creationId xmlns:a16="http://schemas.microsoft.com/office/drawing/2014/main" id="{0D0B6589-4116-7918-BDBB-90858CB2E5A2}"/>
              </a:ext>
            </a:extLst>
          </p:cNvPr>
          <p:cNvSpPr/>
          <p:nvPr/>
        </p:nvSpPr>
        <p:spPr>
          <a:xfrm>
            <a:off x="4881727" y="4906423"/>
            <a:ext cx="4855463" cy="1840197"/>
          </a:xfrm>
          <a:prstGeom prst="rect">
            <a:avLst/>
          </a:prstGeom>
          <a:solidFill>
            <a:srgbClr val="D8D8D8">
              <a:alpha val="20000"/>
            </a:srgbClr>
          </a:solidFill>
          <a:ln w="76200" cap="flat" cmpd="sng">
            <a:solidFill>
              <a:schemeClr val="lt1"/>
            </a:solidFill>
            <a:prstDash val="solid"/>
            <a:round/>
            <a:headEnd type="none" w="sm" len="sm"/>
            <a:tailEnd type="none" w="sm" len="sm"/>
          </a:ln>
        </p:spPr>
        <p:txBody>
          <a:bodyPr spcFirstLastPara="1" wrap="square" lIns="74302" tIns="37141" rIns="74302" bIns="37141" anchor="ctr" anchorCtr="0">
            <a:noAutofit/>
          </a:bodyPr>
          <a:lstStyle/>
          <a:p>
            <a:pPr algn="ctr"/>
            <a:endParaRPr sz="1950">
              <a:solidFill>
                <a:schemeClr val="lt1"/>
              </a:solidFill>
              <a:latin typeface="Calibri"/>
              <a:ea typeface="Calibri"/>
              <a:cs typeface="Calibri"/>
              <a:sym typeface="Calibri"/>
            </a:endParaRPr>
          </a:p>
        </p:txBody>
      </p:sp>
      <p:sp>
        <p:nvSpPr>
          <p:cNvPr id="59" name="Google Shape;111;p15">
            <a:extLst>
              <a:ext uri="{FF2B5EF4-FFF2-40B4-BE49-F238E27FC236}">
                <a16:creationId xmlns:a16="http://schemas.microsoft.com/office/drawing/2014/main" id="{649603BB-DF4F-68A3-F850-05EE30A37F39}"/>
              </a:ext>
            </a:extLst>
          </p:cNvPr>
          <p:cNvSpPr txBox="1"/>
          <p:nvPr/>
        </p:nvSpPr>
        <p:spPr>
          <a:xfrm>
            <a:off x="274123" y="626116"/>
            <a:ext cx="858792" cy="525281"/>
          </a:xfrm>
          <a:prstGeom prst="rect">
            <a:avLst/>
          </a:prstGeom>
          <a:noFill/>
          <a:ln>
            <a:noFill/>
          </a:ln>
        </p:spPr>
        <p:txBody>
          <a:bodyPr spcFirstLastPara="1" wrap="square" lIns="74302" tIns="37141" rIns="74302" bIns="37141" anchor="t" anchorCtr="0">
            <a:noAutofit/>
          </a:bodyPr>
          <a:lstStyle/>
          <a:p>
            <a:r>
              <a:rPr lang="en-US" sz="1463">
                <a:solidFill>
                  <a:srgbClr val="004D6E"/>
                </a:solidFill>
              </a:rPr>
              <a:t>Key </a:t>
            </a:r>
            <a:endParaRPr sz="1463"/>
          </a:p>
          <a:p>
            <a:r>
              <a:rPr lang="en-US" sz="1463">
                <a:solidFill>
                  <a:srgbClr val="004D6E"/>
                </a:solidFill>
              </a:rPr>
              <a:t>Partners</a:t>
            </a:r>
            <a:endParaRPr sz="1463">
              <a:solidFill>
                <a:srgbClr val="004D6E"/>
              </a:solidFill>
            </a:endParaRPr>
          </a:p>
        </p:txBody>
      </p:sp>
      <p:sp>
        <p:nvSpPr>
          <p:cNvPr id="60" name="Google Shape;112;p15">
            <a:extLst>
              <a:ext uri="{FF2B5EF4-FFF2-40B4-BE49-F238E27FC236}">
                <a16:creationId xmlns:a16="http://schemas.microsoft.com/office/drawing/2014/main" id="{4F48B86E-30E9-8DE8-2D37-74E85CFBC248}"/>
              </a:ext>
            </a:extLst>
          </p:cNvPr>
          <p:cNvSpPr txBox="1"/>
          <p:nvPr/>
        </p:nvSpPr>
        <p:spPr>
          <a:xfrm>
            <a:off x="2140792" y="626116"/>
            <a:ext cx="890059" cy="525281"/>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Key </a:t>
            </a:r>
            <a:endParaRPr sz="1463" dirty="0"/>
          </a:p>
          <a:p>
            <a:r>
              <a:rPr lang="en-US" sz="1463" dirty="0">
                <a:solidFill>
                  <a:srgbClr val="004D6E"/>
                </a:solidFill>
              </a:rPr>
              <a:t>Activities</a:t>
            </a:r>
            <a:endParaRPr sz="1463" dirty="0">
              <a:solidFill>
                <a:srgbClr val="004D6E"/>
              </a:solidFill>
            </a:endParaRPr>
          </a:p>
        </p:txBody>
      </p:sp>
      <p:sp>
        <p:nvSpPr>
          <p:cNvPr id="61" name="Google Shape;113;p15">
            <a:extLst>
              <a:ext uri="{FF2B5EF4-FFF2-40B4-BE49-F238E27FC236}">
                <a16:creationId xmlns:a16="http://schemas.microsoft.com/office/drawing/2014/main" id="{6A3FDB91-FDEC-F15A-3C97-A67F2E8FE7CA}"/>
              </a:ext>
            </a:extLst>
          </p:cNvPr>
          <p:cNvSpPr txBox="1"/>
          <p:nvPr/>
        </p:nvSpPr>
        <p:spPr>
          <a:xfrm>
            <a:off x="4023755" y="626116"/>
            <a:ext cx="1088081" cy="525281"/>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Value</a:t>
            </a:r>
            <a:endParaRPr sz="1463" dirty="0"/>
          </a:p>
          <a:p>
            <a:r>
              <a:rPr lang="en-US" sz="1463" dirty="0">
                <a:solidFill>
                  <a:srgbClr val="004D6E"/>
                </a:solidFill>
              </a:rPr>
              <a:t>Proposition</a:t>
            </a:r>
            <a:endParaRPr sz="1463" dirty="0">
              <a:solidFill>
                <a:srgbClr val="004D6E"/>
              </a:solidFill>
            </a:endParaRPr>
          </a:p>
        </p:txBody>
      </p:sp>
      <p:sp>
        <p:nvSpPr>
          <p:cNvPr id="62" name="Google Shape;114;p15">
            <a:extLst>
              <a:ext uri="{FF2B5EF4-FFF2-40B4-BE49-F238E27FC236}">
                <a16:creationId xmlns:a16="http://schemas.microsoft.com/office/drawing/2014/main" id="{7CC3B642-0312-85F1-431D-EC1848F6DA34}"/>
              </a:ext>
            </a:extLst>
          </p:cNvPr>
          <p:cNvSpPr txBox="1"/>
          <p:nvPr/>
        </p:nvSpPr>
        <p:spPr>
          <a:xfrm>
            <a:off x="5825141" y="600544"/>
            <a:ext cx="1157127" cy="525281"/>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Customer </a:t>
            </a:r>
            <a:endParaRPr sz="1463" dirty="0"/>
          </a:p>
          <a:p>
            <a:r>
              <a:rPr lang="en-US" sz="1463" dirty="0">
                <a:solidFill>
                  <a:srgbClr val="004D6E"/>
                </a:solidFill>
              </a:rPr>
              <a:t>Relationships</a:t>
            </a:r>
            <a:endParaRPr sz="1463" dirty="0">
              <a:solidFill>
                <a:srgbClr val="004D6E"/>
              </a:solidFill>
            </a:endParaRPr>
          </a:p>
        </p:txBody>
      </p:sp>
      <p:sp>
        <p:nvSpPr>
          <p:cNvPr id="63" name="Google Shape;115;p15">
            <a:extLst>
              <a:ext uri="{FF2B5EF4-FFF2-40B4-BE49-F238E27FC236}">
                <a16:creationId xmlns:a16="http://schemas.microsoft.com/office/drawing/2014/main" id="{28EA8AE3-66A9-09FC-4E08-42D88CE01292}"/>
              </a:ext>
            </a:extLst>
          </p:cNvPr>
          <p:cNvSpPr txBox="1"/>
          <p:nvPr/>
        </p:nvSpPr>
        <p:spPr>
          <a:xfrm>
            <a:off x="7940050" y="588634"/>
            <a:ext cx="1015126" cy="525281"/>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Customer </a:t>
            </a:r>
            <a:endParaRPr sz="1463" dirty="0"/>
          </a:p>
          <a:p>
            <a:r>
              <a:rPr lang="en-US" sz="1463" dirty="0">
                <a:solidFill>
                  <a:srgbClr val="004D6E"/>
                </a:solidFill>
              </a:rPr>
              <a:t>Segments</a:t>
            </a:r>
            <a:endParaRPr sz="1463" dirty="0">
              <a:solidFill>
                <a:srgbClr val="004D6E"/>
              </a:solidFill>
            </a:endParaRPr>
          </a:p>
        </p:txBody>
      </p:sp>
      <p:sp>
        <p:nvSpPr>
          <p:cNvPr id="64" name="Google Shape;116;p15">
            <a:extLst>
              <a:ext uri="{FF2B5EF4-FFF2-40B4-BE49-F238E27FC236}">
                <a16:creationId xmlns:a16="http://schemas.microsoft.com/office/drawing/2014/main" id="{41E0EFC4-9DFD-1A29-619D-70BA4ED2D741}"/>
              </a:ext>
            </a:extLst>
          </p:cNvPr>
          <p:cNvSpPr txBox="1"/>
          <p:nvPr/>
        </p:nvSpPr>
        <p:spPr>
          <a:xfrm>
            <a:off x="2135167" y="2844411"/>
            <a:ext cx="1046392" cy="525281"/>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Key </a:t>
            </a:r>
            <a:endParaRPr sz="1463" dirty="0"/>
          </a:p>
          <a:p>
            <a:r>
              <a:rPr lang="en-US" sz="1463" dirty="0">
                <a:solidFill>
                  <a:srgbClr val="004D6E"/>
                </a:solidFill>
              </a:rPr>
              <a:t>Resources</a:t>
            </a:r>
            <a:endParaRPr sz="1463" dirty="0">
              <a:solidFill>
                <a:srgbClr val="004D6E"/>
              </a:solidFill>
            </a:endParaRPr>
          </a:p>
        </p:txBody>
      </p:sp>
      <p:sp>
        <p:nvSpPr>
          <p:cNvPr id="65" name="Google Shape;117;p15">
            <a:extLst>
              <a:ext uri="{FF2B5EF4-FFF2-40B4-BE49-F238E27FC236}">
                <a16:creationId xmlns:a16="http://schemas.microsoft.com/office/drawing/2014/main" id="{01CD2A01-112A-8D8F-BD19-AB1CF730241A}"/>
              </a:ext>
            </a:extLst>
          </p:cNvPr>
          <p:cNvSpPr txBox="1"/>
          <p:nvPr/>
        </p:nvSpPr>
        <p:spPr>
          <a:xfrm>
            <a:off x="5878481" y="2717764"/>
            <a:ext cx="942170" cy="300160"/>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Channels</a:t>
            </a:r>
            <a:endParaRPr sz="1463" dirty="0">
              <a:solidFill>
                <a:srgbClr val="004D6E"/>
              </a:solidFill>
            </a:endParaRPr>
          </a:p>
        </p:txBody>
      </p:sp>
      <p:sp>
        <p:nvSpPr>
          <p:cNvPr id="66" name="Google Shape;118;p15">
            <a:extLst>
              <a:ext uri="{FF2B5EF4-FFF2-40B4-BE49-F238E27FC236}">
                <a16:creationId xmlns:a16="http://schemas.microsoft.com/office/drawing/2014/main" id="{8F2170B4-94B9-C311-269F-426C78433EE6}"/>
              </a:ext>
            </a:extLst>
          </p:cNvPr>
          <p:cNvSpPr txBox="1"/>
          <p:nvPr/>
        </p:nvSpPr>
        <p:spPr>
          <a:xfrm>
            <a:off x="296934" y="5153177"/>
            <a:ext cx="1348637" cy="300160"/>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Cost Structure</a:t>
            </a:r>
            <a:endParaRPr sz="1463" dirty="0">
              <a:solidFill>
                <a:srgbClr val="004D6E"/>
              </a:solidFill>
            </a:endParaRPr>
          </a:p>
        </p:txBody>
      </p:sp>
      <p:sp>
        <p:nvSpPr>
          <p:cNvPr id="67" name="Google Shape;119;p15">
            <a:extLst>
              <a:ext uri="{FF2B5EF4-FFF2-40B4-BE49-F238E27FC236}">
                <a16:creationId xmlns:a16="http://schemas.microsoft.com/office/drawing/2014/main" id="{28C00DBE-95B8-B80C-6950-3809DC70811B}"/>
              </a:ext>
            </a:extLst>
          </p:cNvPr>
          <p:cNvSpPr txBox="1"/>
          <p:nvPr/>
        </p:nvSpPr>
        <p:spPr>
          <a:xfrm>
            <a:off x="5169770" y="5063131"/>
            <a:ext cx="1650881" cy="300160"/>
          </a:xfrm>
          <a:prstGeom prst="rect">
            <a:avLst/>
          </a:prstGeom>
          <a:noFill/>
          <a:ln>
            <a:noFill/>
          </a:ln>
        </p:spPr>
        <p:txBody>
          <a:bodyPr spcFirstLastPara="1" wrap="square" lIns="74302" tIns="37141" rIns="74302" bIns="37141" anchor="t" anchorCtr="0">
            <a:noAutofit/>
          </a:bodyPr>
          <a:lstStyle/>
          <a:p>
            <a:r>
              <a:rPr lang="en-US" sz="1463" dirty="0">
                <a:solidFill>
                  <a:srgbClr val="004D6E"/>
                </a:solidFill>
              </a:rPr>
              <a:t>Revenue Streams</a:t>
            </a:r>
            <a:endParaRPr sz="1463" dirty="0">
              <a:solidFill>
                <a:srgbClr val="004D6E"/>
              </a:solidFill>
            </a:endParaRPr>
          </a:p>
        </p:txBody>
      </p:sp>
      <p:grpSp>
        <p:nvGrpSpPr>
          <p:cNvPr id="68" name="Google Shape;120;p15">
            <a:extLst>
              <a:ext uri="{FF2B5EF4-FFF2-40B4-BE49-F238E27FC236}">
                <a16:creationId xmlns:a16="http://schemas.microsoft.com/office/drawing/2014/main" id="{FFFD9B60-F817-B4FA-1431-A33E68AE4B29}"/>
              </a:ext>
            </a:extLst>
          </p:cNvPr>
          <p:cNvGrpSpPr/>
          <p:nvPr/>
        </p:nvGrpSpPr>
        <p:grpSpPr>
          <a:xfrm>
            <a:off x="1630273" y="706600"/>
            <a:ext cx="250701" cy="265633"/>
            <a:chOff x="5884863" y="0"/>
            <a:chExt cx="506413" cy="536576"/>
          </a:xfrm>
        </p:grpSpPr>
        <p:sp>
          <p:nvSpPr>
            <p:cNvPr id="69" name="Google Shape;121;p15">
              <a:extLst>
                <a:ext uri="{FF2B5EF4-FFF2-40B4-BE49-F238E27FC236}">
                  <a16:creationId xmlns:a16="http://schemas.microsoft.com/office/drawing/2014/main" id="{3CCF97DA-CCCC-A1ED-4BB8-41A8DFCF1EFC}"/>
                </a:ext>
              </a:extLst>
            </p:cNvPr>
            <p:cNvSpPr/>
            <p:nvPr/>
          </p:nvSpPr>
          <p:spPr>
            <a:xfrm>
              <a:off x="6057901" y="0"/>
              <a:ext cx="333375" cy="371475"/>
            </a:xfrm>
            <a:custGeom>
              <a:avLst/>
              <a:gdLst/>
              <a:ahLst/>
              <a:cxnLst/>
              <a:rect l="l" t="t" r="r" b="b"/>
              <a:pathLst>
                <a:path w="210" h="234" extrusionOk="0">
                  <a:moveTo>
                    <a:pt x="123" y="0"/>
                  </a:moveTo>
                  <a:lnTo>
                    <a:pt x="144" y="3"/>
                  </a:lnTo>
                  <a:lnTo>
                    <a:pt x="165" y="12"/>
                  </a:lnTo>
                  <a:lnTo>
                    <a:pt x="182" y="25"/>
                  </a:lnTo>
                  <a:lnTo>
                    <a:pt x="185" y="28"/>
                  </a:lnTo>
                  <a:lnTo>
                    <a:pt x="199" y="46"/>
                  </a:lnTo>
                  <a:lnTo>
                    <a:pt x="207" y="67"/>
                  </a:lnTo>
                  <a:lnTo>
                    <a:pt x="210" y="88"/>
                  </a:lnTo>
                  <a:lnTo>
                    <a:pt x="208" y="105"/>
                  </a:lnTo>
                  <a:lnTo>
                    <a:pt x="203" y="121"/>
                  </a:lnTo>
                  <a:lnTo>
                    <a:pt x="195" y="135"/>
                  </a:lnTo>
                  <a:lnTo>
                    <a:pt x="185" y="148"/>
                  </a:lnTo>
                  <a:lnTo>
                    <a:pt x="124" y="210"/>
                  </a:lnTo>
                  <a:lnTo>
                    <a:pt x="105" y="224"/>
                  </a:lnTo>
                  <a:lnTo>
                    <a:pt x="86" y="232"/>
                  </a:lnTo>
                  <a:lnTo>
                    <a:pt x="63" y="234"/>
                  </a:lnTo>
                  <a:lnTo>
                    <a:pt x="42" y="232"/>
                  </a:lnTo>
                  <a:lnTo>
                    <a:pt x="21" y="223"/>
                  </a:lnTo>
                  <a:lnTo>
                    <a:pt x="3" y="210"/>
                  </a:lnTo>
                  <a:lnTo>
                    <a:pt x="0" y="207"/>
                  </a:lnTo>
                  <a:lnTo>
                    <a:pt x="38" y="170"/>
                  </a:lnTo>
                  <a:lnTo>
                    <a:pt x="41" y="173"/>
                  </a:lnTo>
                  <a:lnTo>
                    <a:pt x="51" y="179"/>
                  </a:lnTo>
                  <a:lnTo>
                    <a:pt x="63" y="182"/>
                  </a:lnTo>
                  <a:lnTo>
                    <a:pt x="76" y="179"/>
                  </a:lnTo>
                  <a:lnTo>
                    <a:pt x="87" y="173"/>
                  </a:lnTo>
                  <a:lnTo>
                    <a:pt x="148" y="111"/>
                  </a:lnTo>
                  <a:lnTo>
                    <a:pt x="154" y="101"/>
                  </a:lnTo>
                  <a:lnTo>
                    <a:pt x="157" y="88"/>
                  </a:lnTo>
                  <a:lnTo>
                    <a:pt x="154" y="76"/>
                  </a:lnTo>
                  <a:lnTo>
                    <a:pt x="148" y="66"/>
                  </a:lnTo>
                  <a:lnTo>
                    <a:pt x="145" y="63"/>
                  </a:lnTo>
                  <a:lnTo>
                    <a:pt x="134" y="56"/>
                  </a:lnTo>
                  <a:lnTo>
                    <a:pt x="123" y="54"/>
                  </a:lnTo>
                  <a:lnTo>
                    <a:pt x="109" y="56"/>
                  </a:lnTo>
                  <a:lnTo>
                    <a:pt x="99" y="63"/>
                  </a:lnTo>
                  <a:lnTo>
                    <a:pt x="74" y="88"/>
                  </a:lnTo>
                  <a:lnTo>
                    <a:pt x="65" y="93"/>
                  </a:lnTo>
                  <a:lnTo>
                    <a:pt x="55" y="96"/>
                  </a:lnTo>
                  <a:lnTo>
                    <a:pt x="46" y="93"/>
                  </a:lnTo>
                  <a:lnTo>
                    <a:pt x="37" y="88"/>
                  </a:lnTo>
                  <a:lnTo>
                    <a:pt x="32" y="79"/>
                  </a:lnTo>
                  <a:lnTo>
                    <a:pt x="29" y="69"/>
                  </a:lnTo>
                  <a:lnTo>
                    <a:pt x="32" y="59"/>
                  </a:lnTo>
                  <a:lnTo>
                    <a:pt x="37" y="51"/>
                  </a:lnTo>
                  <a:lnTo>
                    <a:pt x="62" y="25"/>
                  </a:lnTo>
                  <a:lnTo>
                    <a:pt x="79" y="12"/>
                  </a:lnTo>
                  <a:lnTo>
                    <a:pt x="100" y="3"/>
                  </a:lnTo>
                  <a:lnTo>
                    <a:pt x="123"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70" name="Google Shape;122;p15">
              <a:extLst>
                <a:ext uri="{FF2B5EF4-FFF2-40B4-BE49-F238E27FC236}">
                  <a16:creationId xmlns:a16="http://schemas.microsoft.com/office/drawing/2014/main" id="{2C783C88-417F-008C-2BB6-9050AF112FA6}"/>
                </a:ext>
              </a:extLst>
            </p:cNvPr>
            <p:cNvSpPr/>
            <p:nvPr/>
          </p:nvSpPr>
          <p:spPr>
            <a:xfrm>
              <a:off x="5884863" y="166688"/>
              <a:ext cx="331788" cy="369888"/>
            </a:xfrm>
            <a:custGeom>
              <a:avLst/>
              <a:gdLst/>
              <a:ahLst/>
              <a:cxnLst/>
              <a:rect l="l" t="t" r="r" b="b"/>
              <a:pathLst>
                <a:path w="209" h="233" extrusionOk="0">
                  <a:moveTo>
                    <a:pt x="146" y="0"/>
                  </a:moveTo>
                  <a:lnTo>
                    <a:pt x="171" y="4"/>
                  </a:lnTo>
                  <a:lnTo>
                    <a:pt x="195" y="14"/>
                  </a:lnTo>
                  <a:lnTo>
                    <a:pt x="200" y="17"/>
                  </a:lnTo>
                  <a:lnTo>
                    <a:pt x="201" y="19"/>
                  </a:lnTo>
                  <a:lnTo>
                    <a:pt x="209" y="27"/>
                  </a:lnTo>
                  <a:lnTo>
                    <a:pt x="172" y="64"/>
                  </a:lnTo>
                  <a:lnTo>
                    <a:pt x="170" y="61"/>
                  </a:lnTo>
                  <a:lnTo>
                    <a:pt x="159" y="55"/>
                  </a:lnTo>
                  <a:lnTo>
                    <a:pt x="146" y="52"/>
                  </a:lnTo>
                  <a:lnTo>
                    <a:pt x="134" y="55"/>
                  </a:lnTo>
                  <a:lnTo>
                    <a:pt x="123" y="61"/>
                  </a:lnTo>
                  <a:lnTo>
                    <a:pt x="61" y="123"/>
                  </a:lnTo>
                  <a:lnTo>
                    <a:pt x="55" y="133"/>
                  </a:lnTo>
                  <a:lnTo>
                    <a:pt x="52" y="145"/>
                  </a:lnTo>
                  <a:lnTo>
                    <a:pt x="55" y="158"/>
                  </a:lnTo>
                  <a:lnTo>
                    <a:pt x="61" y="169"/>
                  </a:lnTo>
                  <a:lnTo>
                    <a:pt x="64" y="171"/>
                  </a:lnTo>
                  <a:lnTo>
                    <a:pt x="75" y="178"/>
                  </a:lnTo>
                  <a:lnTo>
                    <a:pt x="88" y="181"/>
                  </a:lnTo>
                  <a:lnTo>
                    <a:pt x="100" y="178"/>
                  </a:lnTo>
                  <a:lnTo>
                    <a:pt x="110" y="171"/>
                  </a:lnTo>
                  <a:lnTo>
                    <a:pt x="137" y="145"/>
                  </a:lnTo>
                  <a:lnTo>
                    <a:pt x="146" y="139"/>
                  </a:lnTo>
                  <a:lnTo>
                    <a:pt x="155" y="137"/>
                  </a:lnTo>
                  <a:lnTo>
                    <a:pt x="166" y="139"/>
                  </a:lnTo>
                  <a:lnTo>
                    <a:pt x="174" y="145"/>
                  </a:lnTo>
                  <a:lnTo>
                    <a:pt x="180" y="154"/>
                  </a:lnTo>
                  <a:lnTo>
                    <a:pt x="181" y="163"/>
                  </a:lnTo>
                  <a:lnTo>
                    <a:pt x="180" y="173"/>
                  </a:lnTo>
                  <a:lnTo>
                    <a:pt x="174" y="182"/>
                  </a:lnTo>
                  <a:lnTo>
                    <a:pt x="147" y="208"/>
                  </a:lnTo>
                  <a:lnTo>
                    <a:pt x="129" y="222"/>
                  </a:lnTo>
                  <a:lnTo>
                    <a:pt x="109" y="230"/>
                  </a:lnTo>
                  <a:lnTo>
                    <a:pt x="88" y="233"/>
                  </a:lnTo>
                  <a:lnTo>
                    <a:pt x="71" y="232"/>
                  </a:lnTo>
                  <a:lnTo>
                    <a:pt x="55" y="226"/>
                  </a:lnTo>
                  <a:lnTo>
                    <a:pt x="40" y="218"/>
                  </a:lnTo>
                  <a:lnTo>
                    <a:pt x="27" y="208"/>
                  </a:lnTo>
                  <a:lnTo>
                    <a:pt x="25" y="205"/>
                  </a:lnTo>
                  <a:lnTo>
                    <a:pt x="14" y="192"/>
                  </a:lnTo>
                  <a:lnTo>
                    <a:pt x="6" y="178"/>
                  </a:lnTo>
                  <a:lnTo>
                    <a:pt x="1" y="162"/>
                  </a:lnTo>
                  <a:lnTo>
                    <a:pt x="0" y="145"/>
                  </a:lnTo>
                  <a:lnTo>
                    <a:pt x="2" y="124"/>
                  </a:lnTo>
                  <a:lnTo>
                    <a:pt x="10" y="103"/>
                  </a:lnTo>
                  <a:lnTo>
                    <a:pt x="25" y="85"/>
                  </a:lnTo>
                  <a:lnTo>
                    <a:pt x="85" y="25"/>
                  </a:lnTo>
                  <a:lnTo>
                    <a:pt x="104" y="10"/>
                  </a:lnTo>
                  <a:lnTo>
                    <a:pt x="125" y="2"/>
                  </a:lnTo>
                  <a:lnTo>
                    <a:pt x="146"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sp>
        <p:nvSpPr>
          <p:cNvPr id="71" name="Google Shape;123;p15">
            <a:extLst>
              <a:ext uri="{FF2B5EF4-FFF2-40B4-BE49-F238E27FC236}">
                <a16:creationId xmlns:a16="http://schemas.microsoft.com/office/drawing/2014/main" id="{8415E40C-016A-4811-15E1-B8A40AD9FD2E}"/>
              </a:ext>
            </a:extLst>
          </p:cNvPr>
          <p:cNvSpPr/>
          <p:nvPr/>
        </p:nvSpPr>
        <p:spPr>
          <a:xfrm>
            <a:off x="5303386" y="710529"/>
            <a:ext cx="264847" cy="261704"/>
          </a:xfrm>
          <a:custGeom>
            <a:avLst/>
            <a:gdLst/>
            <a:ahLst/>
            <a:cxnLst/>
            <a:rect l="l" t="t" r="r" b="b"/>
            <a:pathLst>
              <a:path w="337" h="333" extrusionOk="0">
                <a:moveTo>
                  <a:pt x="178" y="190"/>
                </a:moveTo>
                <a:lnTo>
                  <a:pt x="306" y="190"/>
                </a:lnTo>
                <a:lnTo>
                  <a:pt x="306" y="333"/>
                </a:lnTo>
                <a:lnTo>
                  <a:pt x="178" y="333"/>
                </a:lnTo>
                <a:lnTo>
                  <a:pt x="178" y="190"/>
                </a:lnTo>
                <a:close/>
                <a:moveTo>
                  <a:pt x="31" y="190"/>
                </a:moveTo>
                <a:lnTo>
                  <a:pt x="159" y="190"/>
                </a:lnTo>
                <a:lnTo>
                  <a:pt x="159" y="333"/>
                </a:lnTo>
                <a:lnTo>
                  <a:pt x="31" y="333"/>
                </a:lnTo>
                <a:lnTo>
                  <a:pt x="31" y="190"/>
                </a:lnTo>
                <a:close/>
                <a:moveTo>
                  <a:pt x="239" y="23"/>
                </a:moveTo>
                <a:lnTo>
                  <a:pt x="228" y="25"/>
                </a:lnTo>
                <a:lnTo>
                  <a:pt x="218" y="30"/>
                </a:lnTo>
                <a:lnTo>
                  <a:pt x="198" y="50"/>
                </a:lnTo>
                <a:lnTo>
                  <a:pt x="189" y="67"/>
                </a:lnTo>
                <a:lnTo>
                  <a:pt x="182" y="86"/>
                </a:lnTo>
                <a:lnTo>
                  <a:pt x="210" y="78"/>
                </a:lnTo>
                <a:lnTo>
                  <a:pt x="231" y="71"/>
                </a:lnTo>
                <a:lnTo>
                  <a:pt x="246" y="63"/>
                </a:lnTo>
                <a:lnTo>
                  <a:pt x="255" y="54"/>
                </a:lnTo>
                <a:lnTo>
                  <a:pt x="259" y="47"/>
                </a:lnTo>
                <a:lnTo>
                  <a:pt x="260" y="40"/>
                </a:lnTo>
                <a:lnTo>
                  <a:pt x="260" y="37"/>
                </a:lnTo>
                <a:lnTo>
                  <a:pt x="255" y="29"/>
                </a:lnTo>
                <a:lnTo>
                  <a:pt x="252" y="27"/>
                </a:lnTo>
                <a:lnTo>
                  <a:pt x="248" y="25"/>
                </a:lnTo>
                <a:lnTo>
                  <a:pt x="244" y="23"/>
                </a:lnTo>
                <a:lnTo>
                  <a:pt x="239" y="23"/>
                </a:lnTo>
                <a:close/>
                <a:moveTo>
                  <a:pt x="94" y="23"/>
                </a:moveTo>
                <a:lnTo>
                  <a:pt x="90" y="25"/>
                </a:lnTo>
                <a:lnTo>
                  <a:pt x="82" y="30"/>
                </a:lnTo>
                <a:lnTo>
                  <a:pt x="78" y="34"/>
                </a:lnTo>
                <a:lnTo>
                  <a:pt x="75" y="38"/>
                </a:lnTo>
                <a:lnTo>
                  <a:pt x="74" y="42"/>
                </a:lnTo>
                <a:lnTo>
                  <a:pt x="74" y="48"/>
                </a:lnTo>
                <a:lnTo>
                  <a:pt x="75" y="51"/>
                </a:lnTo>
                <a:lnTo>
                  <a:pt x="81" y="59"/>
                </a:lnTo>
                <a:lnTo>
                  <a:pt x="85" y="63"/>
                </a:lnTo>
                <a:lnTo>
                  <a:pt x="90" y="67"/>
                </a:lnTo>
                <a:lnTo>
                  <a:pt x="104" y="75"/>
                </a:lnTo>
                <a:lnTo>
                  <a:pt x="127" y="80"/>
                </a:lnTo>
                <a:lnTo>
                  <a:pt x="155" y="84"/>
                </a:lnTo>
                <a:lnTo>
                  <a:pt x="147" y="63"/>
                </a:lnTo>
                <a:lnTo>
                  <a:pt x="139" y="50"/>
                </a:lnTo>
                <a:lnTo>
                  <a:pt x="130" y="38"/>
                </a:lnTo>
                <a:lnTo>
                  <a:pt x="119" y="30"/>
                </a:lnTo>
                <a:lnTo>
                  <a:pt x="108" y="25"/>
                </a:lnTo>
                <a:lnTo>
                  <a:pt x="98" y="23"/>
                </a:lnTo>
                <a:lnTo>
                  <a:pt x="94" y="23"/>
                </a:lnTo>
                <a:close/>
                <a:moveTo>
                  <a:pt x="98" y="0"/>
                </a:moveTo>
                <a:lnTo>
                  <a:pt x="116" y="3"/>
                </a:lnTo>
                <a:lnTo>
                  <a:pt x="132" y="10"/>
                </a:lnTo>
                <a:lnTo>
                  <a:pt x="147" y="22"/>
                </a:lnTo>
                <a:lnTo>
                  <a:pt x="157" y="37"/>
                </a:lnTo>
                <a:lnTo>
                  <a:pt x="161" y="40"/>
                </a:lnTo>
                <a:lnTo>
                  <a:pt x="164" y="46"/>
                </a:lnTo>
                <a:lnTo>
                  <a:pt x="166" y="50"/>
                </a:lnTo>
                <a:lnTo>
                  <a:pt x="169" y="55"/>
                </a:lnTo>
                <a:lnTo>
                  <a:pt x="169" y="52"/>
                </a:lnTo>
                <a:lnTo>
                  <a:pt x="185" y="29"/>
                </a:lnTo>
                <a:lnTo>
                  <a:pt x="205" y="10"/>
                </a:lnTo>
                <a:lnTo>
                  <a:pt x="222" y="3"/>
                </a:lnTo>
                <a:lnTo>
                  <a:pt x="239" y="0"/>
                </a:lnTo>
                <a:lnTo>
                  <a:pt x="256" y="3"/>
                </a:lnTo>
                <a:lnTo>
                  <a:pt x="271" y="12"/>
                </a:lnTo>
                <a:lnTo>
                  <a:pt x="280" y="23"/>
                </a:lnTo>
                <a:lnTo>
                  <a:pt x="284" y="40"/>
                </a:lnTo>
                <a:lnTo>
                  <a:pt x="281" y="55"/>
                </a:lnTo>
                <a:lnTo>
                  <a:pt x="273" y="69"/>
                </a:lnTo>
                <a:lnTo>
                  <a:pt x="259" y="82"/>
                </a:lnTo>
                <a:lnTo>
                  <a:pt x="252" y="86"/>
                </a:lnTo>
                <a:lnTo>
                  <a:pt x="244" y="90"/>
                </a:lnTo>
                <a:lnTo>
                  <a:pt x="321" y="90"/>
                </a:lnTo>
                <a:lnTo>
                  <a:pt x="326" y="92"/>
                </a:lnTo>
                <a:lnTo>
                  <a:pt x="334" y="97"/>
                </a:lnTo>
                <a:lnTo>
                  <a:pt x="337" y="107"/>
                </a:lnTo>
                <a:lnTo>
                  <a:pt x="337" y="168"/>
                </a:lnTo>
                <a:lnTo>
                  <a:pt x="178" y="168"/>
                </a:lnTo>
                <a:lnTo>
                  <a:pt x="178" y="90"/>
                </a:lnTo>
                <a:lnTo>
                  <a:pt x="159" y="90"/>
                </a:lnTo>
                <a:lnTo>
                  <a:pt x="159" y="168"/>
                </a:lnTo>
                <a:lnTo>
                  <a:pt x="0" y="168"/>
                </a:lnTo>
                <a:lnTo>
                  <a:pt x="0" y="107"/>
                </a:lnTo>
                <a:lnTo>
                  <a:pt x="2" y="102"/>
                </a:lnTo>
                <a:lnTo>
                  <a:pt x="4" y="97"/>
                </a:lnTo>
                <a:lnTo>
                  <a:pt x="7" y="94"/>
                </a:lnTo>
                <a:lnTo>
                  <a:pt x="12" y="92"/>
                </a:lnTo>
                <a:lnTo>
                  <a:pt x="17" y="90"/>
                </a:lnTo>
                <a:lnTo>
                  <a:pt x="85" y="90"/>
                </a:lnTo>
                <a:lnTo>
                  <a:pt x="69" y="80"/>
                </a:lnTo>
                <a:lnTo>
                  <a:pt x="58" y="68"/>
                </a:lnTo>
                <a:lnTo>
                  <a:pt x="52" y="56"/>
                </a:lnTo>
                <a:lnTo>
                  <a:pt x="50" y="46"/>
                </a:lnTo>
                <a:lnTo>
                  <a:pt x="53" y="33"/>
                </a:lnTo>
                <a:lnTo>
                  <a:pt x="58" y="22"/>
                </a:lnTo>
                <a:lnTo>
                  <a:pt x="66" y="13"/>
                </a:lnTo>
                <a:lnTo>
                  <a:pt x="81" y="4"/>
                </a:lnTo>
                <a:lnTo>
                  <a:pt x="98"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72" name="Google Shape;124;p15">
            <a:extLst>
              <a:ext uri="{FF2B5EF4-FFF2-40B4-BE49-F238E27FC236}">
                <a16:creationId xmlns:a16="http://schemas.microsoft.com/office/drawing/2014/main" id="{1048C2A0-0958-FDE9-C621-FA9FA240CB85}"/>
              </a:ext>
            </a:extLst>
          </p:cNvPr>
          <p:cNvSpPr/>
          <p:nvPr/>
        </p:nvSpPr>
        <p:spPr>
          <a:xfrm>
            <a:off x="7381640" y="749039"/>
            <a:ext cx="260131" cy="223194"/>
          </a:xfrm>
          <a:custGeom>
            <a:avLst/>
            <a:gdLst/>
            <a:ahLst/>
            <a:cxnLst/>
            <a:rect l="l" t="t" r="r" b="b"/>
            <a:pathLst>
              <a:path w="331" h="284" extrusionOk="0">
                <a:moveTo>
                  <a:pt x="69" y="0"/>
                </a:moveTo>
                <a:lnTo>
                  <a:pt x="92" y="0"/>
                </a:lnTo>
                <a:lnTo>
                  <a:pt x="113" y="4"/>
                </a:lnTo>
                <a:lnTo>
                  <a:pt x="133" y="14"/>
                </a:lnTo>
                <a:lnTo>
                  <a:pt x="150" y="29"/>
                </a:lnTo>
                <a:lnTo>
                  <a:pt x="162" y="48"/>
                </a:lnTo>
                <a:lnTo>
                  <a:pt x="164" y="53"/>
                </a:lnTo>
                <a:lnTo>
                  <a:pt x="166" y="59"/>
                </a:lnTo>
                <a:lnTo>
                  <a:pt x="168" y="48"/>
                </a:lnTo>
                <a:lnTo>
                  <a:pt x="182" y="29"/>
                </a:lnTo>
                <a:lnTo>
                  <a:pt x="197" y="14"/>
                </a:lnTo>
                <a:lnTo>
                  <a:pt x="217" y="4"/>
                </a:lnTo>
                <a:lnTo>
                  <a:pt x="238" y="0"/>
                </a:lnTo>
                <a:lnTo>
                  <a:pt x="261" y="0"/>
                </a:lnTo>
                <a:lnTo>
                  <a:pt x="282" y="8"/>
                </a:lnTo>
                <a:lnTo>
                  <a:pt x="302" y="19"/>
                </a:lnTo>
                <a:lnTo>
                  <a:pt x="316" y="36"/>
                </a:lnTo>
                <a:lnTo>
                  <a:pt x="327" y="55"/>
                </a:lnTo>
                <a:lnTo>
                  <a:pt x="331" y="76"/>
                </a:lnTo>
                <a:lnTo>
                  <a:pt x="329" y="98"/>
                </a:lnTo>
                <a:lnTo>
                  <a:pt x="323" y="120"/>
                </a:lnTo>
                <a:lnTo>
                  <a:pt x="316" y="131"/>
                </a:lnTo>
                <a:lnTo>
                  <a:pt x="306" y="145"/>
                </a:lnTo>
                <a:lnTo>
                  <a:pt x="294" y="159"/>
                </a:lnTo>
                <a:lnTo>
                  <a:pt x="278" y="175"/>
                </a:lnTo>
                <a:lnTo>
                  <a:pt x="262" y="192"/>
                </a:lnTo>
                <a:lnTo>
                  <a:pt x="228" y="226"/>
                </a:lnTo>
                <a:lnTo>
                  <a:pt x="212" y="241"/>
                </a:lnTo>
                <a:lnTo>
                  <a:pt x="197" y="255"/>
                </a:lnTo>
                <a:lnTo>
                  <a:pt x="184" y="267"/>
                </a:lnTo>
                <a:lnTo>
                  <a:pt x="175" y="276"/>
                </a:lnTo>
                <a:lnTo>
                  <a:pt x="168" y="281"/>
                </a:lnTo>
                <a:lnTo>
                  <a:pt x="166" y="284"/>
                </a:lnTo>
                <a:lnTo>
                  <a:pt x="163" y="281"/>
                </a:lnTo>
                <a:lnTo>
                  <a:pt x="157" y="276"/>
                </a:lnTo>
                <a:lnTo>
                  <a:pt x="147" y="267"/>
                </a:lnTo>
                <a:lnTo>
                  <a:pt x="134" y="255"/>
                </a:lnTo>
                <a:lnTo>
                  <a:pt x="102" y="226"/>
                </a:lnTo>
                <a:lnTo>
                  <a:pt x="68" y="192"/>
                </a:lnTo>
                <a:lnTo>
                  <a:pt x="52" y="175"/>
                </a:lnTo>
                <a:lnTo>
                  <a:pt x="37" y="159"/>
                </a:lnTo>
                <a:lnTo>
                  <a:pt x="25" y="145"/>
                </a:lnTo>
                <a:lnTo>
                  <a:pt x="14" y="131"/>
                </a:lnTo>
                <a:lnTo>
                  <a:pt x="8" y="120"/>
                </a:lnTo>
                <a:lnTo>
                  <a:pt x="1" y="98"/>
                </a:lnTo>
                <a:lnTo>
                  <a:pt x="0" y="76"/>
                </a:lnTo>
                <a:lnTo>
                  <a:pt x="5" y="55"/>
                </a:lnTo>
                <a:lnTo>
                  <a:pt x="14" y="36"/>
                </a:lnTo>
                <a:lnTo>
                  <a:pt x="30" y="19"/>
                </a:lnTo>
                <a:lnTo>
                  <a:pt x="48" y="8"/>
                </a:lnTo>
                <a:lnTo>
                  <a:pt x="69"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nvGrpSpPr>
          <p:cNvPr id="73" name="Google Shape;125;p15">
            <a:extLst>
              <a:ext uri="{FF2B5EF4-FFF2-40B4-BE49-F238E27FC236}">
                <a16:creationId xmlns:a16="http://schemas.microsoft.com/office/drawing/2014/main" id="{752FC586-22C9-8506-F48C-57F280EBF90C}"/>
              </a:ext>
            </a:extLst>
          </p:cNvPr>
          <p:cNvGrpSpPr/>
          <p:nvPr/>
        </p:nvGrpSpPr>
        <p:grpSpPr>
          <a:xfrm>
            <a:off x="3419894" y="2913045"/>
            <a:ext cx="374087" cy="273495"/>
            <a:chOff x="5715001" y="3627438"/>
            <a:chExt cx="755650" cy="552450"/>
          </a:xfrm>
        </p:grpSpPr>
        <p:sp>
          <p:nvSpPr>
            <p:cNvPr id="74" name="Google Shape;126;p15">
              <a:extLst>
                <a:ext uri="{FF2B5EF4-FFF2-40B4-BE49-F238E27FC236}">
                  <a16:creationId xmlns:a16="http://schemas.microsoft.com/office/drawing/2014/main" id="{FBC448FD-A53F-4FBC-56E6-ABEEFBED3B09}"/>
                </a:ext>
              </a:extLst>
            </p:cNvPr>
            <p:cNvSpPr/>
            <p:nvPr/>
          </p:nvSpPr>
          <p:spPr>
            <a:xfrm>
              <a:off x="6283326" y="3627438"/>
              <a:ext cx="161925" cy="61913"/>
            </a:xfrm>
            <a:custGeom>
              <a:avLst/>
              <a:gdLst/>
              <a:ahLst/>
              <a:cxnLst/>
              <a:rect l="l" t="t" r="r" b="b"/>
              <a:pathLst>
                <a:path w="102" h="39" extrusionOk="0">
                  <a:moveTo>
                    <a:pt x="52" y="0"/>
                  </a:moveTo>
                  <a:lnTo>
                    <a:pt x="66" y="3"/>
                  </a:lnTo>
                  <a:lnTo>
                    <a:pt x="78" y="8"/>
                  </a:lnTo>
                  <a:lnTo>
                    <a:pt x="89" y="13"/>
                  </a:lnTo>
                  <a:lnTo>
                    <a:pt x="102" y="26"/>
                  </a:lnTo>
                  <a:lnTo>
                    <a:pt x="89" y="37"/>
                  </a:lnTo>
                  <a:lnTo>
                    <a:pt x="86" y="38"/>
                  </a:lnTo>
                  <a:lnTo>
                    <a:pt x="86" y="37"/>
                  </a:lnTo>
                  <a:lnTo>
                    <a:pt x="85" y="37"/>
                  </a:lnTo>
                  <a:lnTo>
                    <a:pt x="85" y="36"/>
                  </a:lnTo>
                  <a:lnTo>
                    <a:pt x="82" y="34"/>
                  </a:lnTo>
                  <a:lnTo>
                    <a:pt x="77" y="29"/>
                  </a:lnTo>
                  <a:lnTo>
                    <a:pt x="66" y="22"/>
                  </a:lnTo>
                  <a:lnTo>
                    <a:pt x="52" y="20"/>
                  </a:lnTo>
                  <a:lnTo>
                    <a:pt x="44" y="21"/>
                  </a:lnTo>
                  <a:lnTo>
                    <a:pt x="35" y="24"/>
                  </a:lnTo>
                  <a:lnTo>
                    <a:pt x="24" y="30"/>
                  </a:lnTo>
                  <a:lnTo>
                    <a:pt x="14" y="39"/>
                  </a:lnTo>
                  <a:lnTo>
                    <a:pt x="0" y="25"/>
                  </a:lnTo>
                  <a:lnTo>
                    <a:pt x="19" y="11"/>
                  </a:lnTo>
                  <a:lnTo>
                    <a:pt x="36" y="3"/>
                  </a:lnTo>
                  <a:lnTo>
                    <a:pt x="52"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75" name="Google Shape;127;p15">
              <a:extLst>
                <a:ext uri="{FF2B5EF4-FFF2-40B4-BE49-F238E27FC236}">
                  <a16:creationId xmlns:a16="http://schemas.microsoft.com/office/drawing/2014/main" id="{308D39AF-9BAE-B285-CD78-78134F28A090}"/>
                </a:ext>
              </a:extLst>
            </p:cNvPr>
            <p:cNvSpPr/>
            <p:nvPr/>
          </p:nvSpPr>
          <p:spPr>
            <a:xfrm>
              <a:off x="6122988" y="3689350"/>
              <a:ext cx="158750" cy="63500"/>
            </a:xfrm>
            <a:custGeom>
              <a:avLst/>
              <a:gdLst/>
              <a:ahLst/>
              <a:cxnLst/>
              <a:rect l="l" t="t" r="r" b="b"/>
              <a:pathLst>
                <a:path w="100" h="40" extrusionOk="0">
                  <a:moveTo>
                    <a:pt x="87" y="0"/>
                  </a:moveTo>
                  <a:lnTo>
                    <a:pt x="100" y="15"/>
                  </a:lnTo>
                  <a:lnTo>
                    <a:pt x="83" y="29"/>
                  </a:lnTo>
                  <a:lnTo>
                    <a:pt x="66" y="37"/>
                  </a:lnTo>
                  <a:lnTo>
                    <a:pt x="50" y="40"/>
                  </a:lnTo>
                  <a:lnTo>
                    <a:pt x="35" y="38"/>
                  </a:lnTo>
                  <a:lnTo>
                    <a:pt x="24" y="33"/>
                  </a:lnTo>
                  <a:lnTo>
                    <a:pt x="13" y="27"/>
                  </a:lnTo>
                  <a:lnTo>
                    <a:pt x="9" y="24"/>
                  </a:lnTo>
                  <a:lnTo>
                    <a:pt x="6" y="20"/>
                  </a:lnTo>
                  <a:lnTo>
                    <a:pt x="0" y="14"/>
                  </a:lnTo>
                  <a:lnTo>
                    <a:pt x="14" y="2"/>
                  </a:lnTo>
                  <a:lnTo>
                    <a:pt x="16" y="2"/>
                  </a:lnTo>
                  <a:lnTo>
                    <a:pt x="16" y="4"/>
                  </a:lnTo>
                  <a:lnTo>
                    <a:pt x="17" y="4"/>
                  </a:lnTo>
                  <a:lnTo>
                    <a:pt x="18" y="7"/>
                  </a:lnTo>
                  <a:lnTo>
                    <a:pt x="21" y="8"/>
                  </a:lnTo>
                  <a:lnTo>
                    <a:pt x="25" y="11"/>
                  </a:lnTo>
                  <a:lnTo>
                    <a:pt x="35" y="17"/>
                  </a:lnTo>
                  <a:lnTo>
                    <a:pt x="50" y="20"/>
                  </a:lnTo>
                  <a:lnTo>
                    <a:pt x="60" y="19"/>
                  </a:lnTo>
                  <a:lnTo>
                    <a:pt x="74" y="12"/>
                  </a:lnTo>
                  <a:lnTo>
                    <a:pt x="87"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76" name="Google Shape;128;p15">
              <a:extLst>
                <a:ext uri="{FF2B5EF4-FFF2-40B4-BE49-F238E27FC236}">
                  <a16:creationId xmlns:a16="http://schemas.microsoft.com/office/drawing/2014/main" id="{9BCD13AA-1270-A487-B34F-DB544BD610A2}"/>
                </a:ext>
              </a:extLst>
            </p:cNvPr>
            <p:cNvSpPr/>
            <p:nvPr/>
          </p:nvSpPr>
          <p:spPr>
            <a:xfrm>
              <a:off x="6062663" y="3705225"/>
              <a:ext cx="407988" cy="444500"/>
            </a:xfrm>
            <a:custGeom>
              <a:avLst/>
              <a:gdLst/>
              <a:ahLst/>
              <a:cxnLst/>
              <a:rect l="l" t="t" r="r" b="b"/>
              <a:pathLst>
                <a:path w="257" h="280" extrusionOk="0">
                  <a:moveTo>
                    <a:pt x="208" y="0"/>
                  </a:moveTo>
                  <a:lnTo>
                    <a:pt x="257" y="0"/>
                  </a:lnTo>
                  <a:lnTo>
                    <a:pt x="257" y="280"/>
                  </a:lnTo>
                  <a:lnTo>
                    <a:pt x="27" y="280"/>
                  </a:lnTo>
                  <a:lnTo>
                    <a:pt x="27" y="279"/>
                  </a:lnTo>
                  <a:lnTo>
                    <a:pt x="29" y="277"/>
                  </a:lnTo>
                  <a:lnTo>
                    <a:pt x="29" y="275"/>
                  </a:lnTo>
                  <a:lnTo>
                    <a:pt x="31" y="273"/>
                  </a:lnTo>
                  <a:lnTo>
                    <a:pt x="37" y="268"/>
                  </a:lnTo>
                  <a:lnTo>
                    <a:pt x="39" y="264"/>
                  </a:lnTo>
                  <a:lnTo>
                    <a:pt x="40" y="259"/>
                  </a:lnTo>
                  <a:lnTo>
                    <a:pt x="43" y="247"/>
                  </a:lnTo>
                  <a:lnTo>
                    <a:pt x="43" y="230"/>
                  </a:lnTo>
                  <a:lnTo>
                    <a:pt x="40" y="210"/>
                  </a:lnTo>
                  <a:lnTo>
                    <a:pt x="33" y="193"/>
                  </a:lnTo>
                  <a:lnTo>
                    <a:pt x="18" y="178"/>
                  </a:lnTo>
                  <a:lnTo>
                    <a:pt x="13" y="171"/>
                  </a:lnTo>
                  <a:lnTo>
                    <a:pt x="6" y="166"/>
                  </a:lnTo>
                  <a:lnTo>
                    <a:pt x="0" y="162"/>
                  </a:lnTo>
                  <a:lnTo>
                    <a:pt x="5" y="148"/>
                  </a:lnTo>
                  <a:lnTo>
                    <a:pt x="8" y="132"/>
                  </a:lnTo>
                  <a:lnTo>
                    <a:pt x="39" y="148"/>
                  </a:lnTo>
                  <a:lnTo>
                    <a:pt x="39" y="98"/>
                  </a:lnTo>
                  <a:lnTo>
                    <a:pt x="138" y="144"/>
                  </a:lnTo>
                  <a:lnTo>
                    <a:pt x="138" y="98"/>
                  </a:lnTo>
                  <a:lnTo>
                    <a:pt x="208" y="136"/>
                  </a:lnTo>
                  <a:lnTo>
                    <a:pt x="208"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77" name="Google Shape;129;p15">
              <a:extLst>
                <a:ext uri="{FF2B5EF4-FFF2-40B4-BE49-F238E27FC236}">
                  <a16:creationId xmlns:a16="http://schemas.microsoft.com/office/drawing/2014/main" id="{EB37E879-F2A9-35DE-75CB-4EDD4F3F6DB9}"/>
                </a:ext>
              </a:extLst>
            </p:cNvPr>
            <p:cNvSpPr/>
            <p:nvPr/>
          </p:nvSpPr>
          <p:spPr>
            <a:xfrm>
              <a:off x="5965826" y="3627438"/>
              <a:ext cx="158750" cy="61913"/>
            </a:xfrm>
            <a:custGeom>
              <a:avLst/>
              <a:gdLst/>
              <a:ahLst/>
              <a:cxnLst/>
              <a:rect l="l" t="t" r="r" b="b"/>
              <a:pathLst>
                <a:path w="100" h="39" extrusionOk="0">
                  <a:moveTo>
                    <a:pt x="50" y="0"/>
                  </a:moveTo>
                  <a:lnTo>
                    <a:pt x="65" y="3"/>
                  </a:lnTo>
                  <a:lnTo>
                    <a:pt x="76" y="8"/>
                  </a:lnTo>
                  <a:lnTo>
                    <a:pt x="87" y="13"/>
                  </a:lnTo>
                  <a:lnTo>
                    <a:pt x="91" y="16"/>
                  </a:lnTo>
                  <a:lnTo>
                    <a:pt x="94" y="20"/>
                  </a:lnTo>
                  <a:lnTo>
                    <a:pt x="100" y="26"/>
                  </a:lnTo>
                  <a:lnTo>
                    <a:pt x="86" y="38"/>
                  </a:lnTo>
                  <a:lnTo>
                    <a:pt x="79" y="32"/>
                  </a:lnTo>
                  <a:lnTo>
                    <a:pt x="75" y="29"/>
                  </a:lnTo>
                  <a:lnTo>
                    <a:pt x="65" y="22"/>
                  </a:lnTo>
                  <a:lnTo>
                    <a:pt x="50" y="20"/>
                  </a:lnTo>
                  <a:lnTo>
                    <a:pt x="39" y="21"/>
                  </a:lnTo>
                  <a:lnTo>
                    <a:pt x="28" y="28"/>
                  </a:lnTo>
                  <a:lnTo>
                    <a:pt x="13" y="39"/>
                  </a:lnTo>
                  <a:lnTo>
                    <a:pt x="0" y="25"/>
                  </a:lnTo>
                  <a:lnTo>
                    <a:pt x="17" y="11"/>
                  </a:lnTo>
                  <a:lnTo>
                    <a:pt x="34" y="3"/>
                  </a:lnTo>
                  <a:lnTo>
                    <a:pt x="50"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78" name="Google Shape;130;p15">
              <a:extLst>
                <a:ext uri="{FF2B5EF4-FFF2-40B4-BE49-F238E27FC236}">
                  <a16:creationId xmlns:a16="http://schemas.microsoft.com/office/drawing/2014/main" id="{C70B91BF-C6CE-BFF2-3AB6-1E61B007A7F8}"/>
                </a:ext>
              </a:extLst>
            </p:cNvPr>
            <p:cNvSpPr/>
            <p:nvPr/>
          </p:nvSpPr>
          <p:spPr>
            <a:xfrm>
              <a:off x="5715001" y="3843338"/>
              <a:ext cx="393700" cy="336550"/>
            </a:xfrm>
            <a:custGeom>
              <a:avLst/>
              <a:gdLst/>
              <a:ahLst/>
              <a:cxnLst/>
              <a:rect l="l" t="t" r="r" b="b"/>
              <a:pathLst>
                <a:path w="248" h="212" extrusionOk="0">
                  <a:moveTo>
                    <a:pt x="54" y="30"/>
                  </a:moveTo>
                  <a:lnTo>
                    <a:pt x="64" y="33"/>
                  </a:lnTo>
                  <a:lnTo>
                    <a:pt x="74" y="40"/>
                  </a:lnTo>
                  <a:lnTo>
                    <a:pt x="80" y="49"/>
                  </a:lnTo>
                  <a:lnTo>
                    <a:pt x="83" y="61"/>
                  </a:lnTo>
                  <a:lnTo>
                    <a:pt x="80" y="74"/>
                  </a:lnTo>
                  <a:lnTo>
                    <a:pt x="72" y="83"/>
                  </a:lnTo>
                  <a:lnTo>
                    <a:pt x="80" y="87"/>
                  </a:lnTo>
                  <a:lnTo>
                    <a:pt x="88" y="93"/>
                  </a:lnTo>
                  <a:lnTo>
                    <a:pt x="96" y="101"/>
                  </a:lnTo>
                  <a:lnTo>
                    <a:pt x="92" y="106"/>
                  </a:lnTo>
                  <a:lnTo>
                    <a:pt x="89" y="112"/>
                  </a:lnTo>
                  <a:lnTo>
                    <a:pt x="88" y="108"/>
                  </a:lnTo>
                  <a:lnTo>
                    <a:pt x="87" y="105"/>
                  </a:lnTo>
                  <a:lnTo>
                    <a:pt x="84" y="102"/>
                  </a:lnTo>
                  <a:lnTo>
                    <a:pt x="85" y="105"/>
                  </a:lnTo>
                  <a:lnTo>
                    <a:pt x="87" y="106"/>
                  </a:lnTo>
                  <a:lnTo>
                    <a:pt x="87" y="110"/>
                  </a:lnTo>
                  <a:lnTo>
                    <a:pt x="88" y="113"/>
                  </a:lnTo>
                  <a:lnTo>
                    <a:pt x="81" y="127"/>
                  </a:lnTo>
                  <a:lnTo>
                    <a:pt x="79" y="144"/>
                  </a:lnTo>
                  <a:lnTo>
                    <a:pt x="79" y="155"/>
                  </a:lnTo>
                  <a:lnTo>
                    <a:pt x="81" y="168"/>
                  </a:lnTo>
                  <a:lnTo>
                    <a:pt x="68" y="171"/>
                  </a:lnTo>
                  <a:lnTo>
                    <a:pt x="41" y="171"/>
                  </a:lnTo>
                  <a:lnTo>
                    <a:pt x="30" y="169"/>
                  </a:lnTo>
                  <a:lnTo>
                    <a:pt x="21" y="167"/>
                  </a:lnTo>
                  <a:lnTo>
                    <a:pt x="14" y="160"/>
                  </a:lnTo>
                  <a:lnTo>
                    <a:pt x="10" y="152"/>
                  </a:lnTo>
                  <a:lnTo>
                    <a:pt x="12" y="138"/>
                  </a:lnTo>
                  <a:lnTo>
                    <a:pt x="17" y="121"/>
                  </a:lnTo>
                  <a:lnTo>
                    <a:pt x="18" y="118"/>
                  </a:lnTo>
                  <a:lnTo>
                    <a:pt x="18" y="114"/>
                  </a:lnTo>
                  <a:lnTo>
                    <a:pt x="19" y="112"/>
                  </a:lnTo>
                  <a:lnTo>
                    <a:pt x="21" y="108"/>
                  </a:lnTo>
                  <a:lnTo>
                    <a:pt x="21" y="105"/>
                  </a:lnTo>
                  <a:lnTo>
                    <a:pt x="22" y="104"/>
                  </a:lnTo>
                  <a:lnTo>
                    <a:pt x="22" y="102"/>
                  </a:lnTo>
                  <a:lnTo>
                    <a:pt x="21" y="105"/>
                  </a:lnTo>
                  <a:lnTo>
                    <a:pt x="18" y="113"/>
                  </a:lnTo>
                  <a:lnTo>
                    <a:pt x="14" y="123"/>
                  </a:lnTo>
                  <a:lnTo>
                    <a:pt x="9" y="135"/>
                  </a:lnTo>
                  <a:lnTo>
                    <a:pt x="6" y="147"/>
                  </a:lnTo>
                  <a:lnTo>
                    <a:pt x="2" y="144"/>
                  </a:lnTo>
                  <a:lnTo>
                    <a:pt x="1" y="138"/>
                  </a:lnTo>
                  <a:lnTo>
                    <a:pt x="0" y="126"/>
                  </a:lnTo>
                  <a:lnTo>
                    <a:pt x="2" y="113"/>
                  </a:lnTo>
                  <a:lnTo>
                    <a:pt x="9" y="102"/>
                  </a:lnTo>
                  <a:lnTo>
                    <a:pt x="17" y="93"/>
                  </a:lnTo>
                  <a:lnTo>
                    <a:pt x="35" y="83"/>
                  </a:lnTo>
                  <a:lnTo>
                    <a:pt x="27" y="74"/>
                  </a:lnTo>
                  <a:lnTo>
                    <a:pt x="25" y="61"/>
                  </a:lnTo>
                  <a:lnTo>
                    <a:pt x="27" y="49"/>
                  </a:lnTo>
                  <a:lnTo>
                    <a:pt x="33" y="40"/>
                  </a:lnTo>
                  <a:lnTo>
                    <a:pt x="42" y="33"/>
                  </a:lnTo>
                  <a:lnTo>
                    <a:pt x="54" y="30"/>
                  </a:lnTo>
                  <a:close/>
                  <a:moveTo>
                    <a:pt x="167" y="0"/>
                  </a:moveTo>
                  <a:lnTo>
                    <a:pt x="184" y="4"/>
                  </a:lnTo>
                  <a:lnTo>
                    <a:pt x="199" y="13"/>
                  </a:lnTo>
                  <a:lnTo>
                    <a:pt x="208" y="28"/>
                  </a:lnTo>
                  <a:lnTo>
                    <a:pt x="212" y="45"/>
                  </a:lnTo>
                  <a:lnTo>
                    <a:pt x="209" y="58"/>
                  </a:lnTo>
                  <a:lnTo>
                    <a:pt x="204" y="70"/>
                  </a:lnTo>
                  <a:lnTo>
                    <a:pt x="195" y="80"/>
                  </a:lnTo>
                  <a:lnTo>
                    <a:pt x="205" y="85"/>
                  </a:lnTo>
                  <a:lnTo>
                    <a:pt x="216" y="92"/>
                  </a:lnTo>
                  <a:lnTo>
                    <a:pt x="228" y="101"/>
                  </a:lnTo>
                  <a:lnTo>
                    <a:pt x="237" y="113"/>
                  </a:lnTo>
                  <a:lnTo>
                    <a:pt x="245" y="127"/>
                  </a:lnTo>
                  <a:lnTo>
                    <a:pt x="248" y="144"/>
                  </a:lnTo>
                  <a:lnTo>
                    <a:pt x="248" y="157"/>
                  </a:lnTo>
                  <a:lnTo>
                    <a:pt x="245" y="167"/>
                  </a:lnTo>
                  <a:lnTo>
                    <a:pt x="242" y="173"/>
                  </a:lnTo>
                  <a:lnTo>
                    <a:pt x="237" y="176"/>
                  </a:lnTo>
                  <a:lnTo>
                    <a:pt x="234" y="163"/>
                  </a:lnTo>
                  <a:lnTo>
                    <a:pt x="229" y="147"/>
                  </a:lnTo>
                  <a:lnTo>
                    <a:pt x="225" y="133"/>
                  </a:lnTo>
                  <a:lnTo>
                    <a:pt x="220" y="121"/>
                  </a:lnTo>
                  <a:lnTo>
                    <a:pt x="216" y="112"/>
                  </a:lnTo>
                  <a:lnTo>
                    <a:pt x="217" y="120"/>
                  </a:lnTo>
                  <a:lnTo>
                    <a:pt x="221" y="130"/>
                  </a:lnTo>
                  <a:lnTo>
                    <a:pt x="229" y="154"/>
                  </a:lnTo>
                  <a:lnTo>
                    <a:pt x="232" y="171"/>
                  </a:lnTo>
                  <a:lnTo>
                    <a:pt x="233" y="184"/>
                  </a:lnTo>
                  <a:lnTo>
                    <a:pt x="227" y="197"/>
                  </a:lnTo>
                  <a:lnTo>
                    <a:pt x="216" y="205"/>
                  </a:lnTo>
                  <a:lnTo>
                    <a:pt x="203" y="210"/>
                  </a:lnTo>
                  <a:lnTo>
                    <a:pt x="186" y="212"/>
                  </a:lnTo>
                  <a:lnTo>
                    <a:pt x="149" y="212"/>
                  </a:lnTo>
                  <a:lnTo>
                    <a:pt x="132" y="210"/>
                  </a:lnTo>
                  <a:lnTo>
                    <a:pt x="118" y="205"/>
                  </a:lnTo>
                  <a:lnTo>
                    <a:pt x="108" y="197"/>
                  </a:lnTo>
                  <a:lnTo>
                    <a:pt x="101" y="184"/>
                  </a:lnTo>
                  <a:lnTo>
                    <a:pt x="103" y="171"/>
                  </a:lnTo>
                  <a:lnTo>
                    <a:pt x="107" y="154"/>
                  </a:lnTo>
                  <a:lnTo>
                    <a:pt x="114" y="130"/>
                  </a:lnTo>
                  <a:lnTo>
                    <a:pt x="117" y="120"/>
                  </a:lnTo>
                  <a:lnTo>
                    <a:pt x="120" y="112"/>
                  </a:lnTo>
                  <a:lnTo>
                    <a:pt x="116" y="121"/>
                  </a:lnTo>
                  <a:lnTo>
                    <a:pt x="110" y="133"/>
                  </a:lnTo>
                  <a:lnTo>
                    <a:pt x="104" y="147"/>
                  </a:lnTo>
                  <a:lnTo>
                    <a:pt x="100" y="163"/>
                  </a:lnTo>
                  <a:lnTo>
                    <a:pt x="96" y="176"/>
                  </a:lnTo>
                  <a:lnTo>
                    <a:pt x="92" y="173"/>
                  </a:lnTo>
                  <a:lnTo>
                    <a:pt x="89" y="167"/>
                  </a:lnTo>
                  <a:lnTo>
                    <a:pt x="87" y="157"/>
                  </a:lnTo>
                  <a:lnTo>
                    <a:pt x="87" y="144"/>
                  </a:lnTo>
                  <a:lnTo>
                    <a:pt x="89" y="127"/>
                  </a:lnTo>
                  <a:lnTo>
                    <a:pt x="97" y="113"/>
                  </a:lnTo>
                  <a:lnTo>
                    <a:pt x="107" y="101"/>
                  </a:lnTo>
                  <a:lnTo>
                    <a:pt x="118" y="92"/>
                  </a:lnTo>
                  <a:lnTo>
                    <a:pt x="129" y="85"/>
                  </a:lnTo>
                  <a:lnTo>
                    <a:pt x="139" y="80"/>
                  </a:lnTo>
                  <a:lnTo>
                    <a:pt x="132" y="70"/>
                  </a:lnTo>
                  <a:lnTo>
                    <a:pt x="126" y="58"/>
                  </a:lnTo>
                  <a:lnTo>
                    <a:pt x="124" y="45"/>
                  </a:lnTo>
                  <a:lnTo>
                    <a:pt x="128" y="28"/>
                  </a:lnTo>
                  <a:lnTo>
                    <a:pt x="137" y="13"/>
                  </a:lnTo>
                  <a:lnTo>
                    <a:pt x="150" y="4"/>
                  </a:lnTo>
                  <a:lnTo>
                    <a:pt x="167"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sp>
        <p:nvSpPr>
          <p:cNvPr id="79" name="Google Shape;131;p15">
            <a:extLst>
              <a:ext uri="{FF2B5EF4-FFF2-40B4-BE49-F238E27FC236}">
                <a16:creationId xmlns:a16="http://schemas.microsoft.com/office/drawing/2014/main" id="{8EE5E2DC-FACF-C6D7-FBC5-0FFE86DC9704}"/>
              </a:ext>
            </a:extLst>
          </p:cNvPr>
          <p:cNvSpPr/>
          <p:nvPr/>
        </p:nvSpPr>
        <p:spPr>
          <a:xfrm>
            <a:off x="7383026" y="2761119"/>
            <a:ext cx="313573" cy="219266"/>
          </a:xfrm>
          <a:custGeom>
            <a:avLst/>
            <a:gdLst/>
            <a:ahLst/>
            <a:cxnLst/>
            <a:rect l="l" t="t" r="r" b="b"/>
            <a:pathLst>
              <a:path w="399" h="279" extrusionOk="0">
                <a:moveTo>
                  <a:pt x="295" y="207"/>
                </a:moveTo>
                <a:lnTo>
                  <a:pt x="310" y="209"/>
                </a:lnTo>
                <a:lnTo>
                  <a:pt x="320" y="217"/>
                </a:lnTo>
                <a:lnTo>
                  <a:pt x="328" y="228"/>
                </a:lnTo>
                <a:lnTo>
                  <a:pt x="331" y="242"/>
                </a:lnTo>
                <a:lnTo>
                  <a:pt x="328" y="256"/>
                </a:lnTo>
                <a:lnTo>
                  <a:pt x="320" y="268"/>
                </a:lnTo>
                <a:lnTo>
                  <a:pt x="310" y="276"/>
                </a:lnTo>
                <a:lnTo>
                  <a:pt x="295" y="279"/>
                </a:lnTo>
                <a:lnTo>
                  <a:pt x="281" y="276"/>
                </a:lnTo>
                <a:lnTo>
                  <a:pt x="269" y="268"/>
                </a:lnTo>
                <a:lnTo>
                  <a:pt x="261" y="256"/>
                </a:lnTo>
                <a:lnTo>
                  <a:pt x="258" y="242"/>
                </a:lnTo>
                <a:lnTo>
                  <a:pt x="261" y="228"/>
                </a:lnTo>
                <a:lnTo>
                  <a:pt x="269" y="217"/>
                </a:lnTo>
                <a:lnTo>
                  <a:pt x="281" y="209"/>
                </a:lnTo>
                <a:lnTo>
                  <a:pt x="295" y="207"/>
                </a:lnTo>
                <a:close/>
                <a:moveTo>
                  <a:pt x="87" y="207"/>
                </a:moveTo>
                <a:lnTo>
                  <a:pt x="101" y="209"/>
                </a:lnTo>
                <a:lnTo>
                  <a:pt x="113" y="217"/>
                </a:lnTo>
                <a:lnTo>
                  <a:pt x="121" y="228"/>
                </a:lnTo>
                <a:lnTo>
                  <a:pt x="124" y="242"/>
                </a:lnTo>
                <a:lnTo>
                  <a:pt x="121" y="256"/>
                </a:lnTo>
                <a:lnTo>
                  <a:pt x="113" y="268"/>
                </a:lnTo>
                <a:lnTo>
                  <a:pt x="101" y="276"/>
                </a:lnTo>
                <a:lnTo>
                  <a:pt x="87" y="279"/>
                </a:lnTo>
                <a:lnTo>
                  <a:pt x="72" y="276"/>
                </a:lnTo>
                <a:lnTo>
                  <a:pt x="62" y="268"/>
                </a:lnTo>
                <a:lnTo>
                  <a:pt x="54" y="256"/>
                </a:lnTo>
                <a:lnTo>
                  <a:pt x="51" y="242"/>
                </a:lnTo>
                <a:lnTo>
                  <a:pt x="54" y="228"/>
                </a:lnTo>
                <a:lnTo>
                  <a:pt x="62" y="217"/>
                </a:lnTo>
                <a:lnTo>
                  <a:pt x="72" y="209"/>
                </a:lnTo>
                <a:lnTo>
                  <a:pt x="87" y="207"/>
                </a:lnTo>
                <a:close/>
                <a:moveTo>
                  <a:pt x="299" y="64"/>
                </a:moveTo>
                <a:lnTo>
                  <a:pt x="322" y="123"/>
                </a:lnTo>
                <a:lnTo>
                  <a:pt x="376" y="123"/>
                </a:lnTo>
                <a:lnTo>
                  <a:pt x="351" y="64"/>
                </a:lnTo>
                <a:lnTo>
                  <a:pt x="299" y="64"/>
                </a:lnTo>
                <a:close/>
                <a:moveTo>
                  <a:pt x="276" y="40"/>
                </a:moveTo>
                <a:lnTo>
                  <a:pt x="367" y="40"/>
                </a:lnTo>
                <a:lnTo>
                  <a:pt x="399" y="119"/>
                </a:lnTo>
                <a:lnTo>
                  <a:pt x="399" y="229"/>
                </a:lnTo>
                <a:lnTo>
                  <a:pt x="352" y="229"/>
                </a:lnTo>
                <a:lnTo>
                  <a:pt x="344" y="211"/>
                </a:lnTo>
                <a:lnTo>
                  <a:pt x="332" y="196"/>
                </a:lnTo>
                <a:lnTo>
                  <a:pt x="315" y="187"/>
                </a:lnTo>
                <a:lnTo>
                  <a:pt x="295" y="183"/>
                </a:lnTo>
                <a:lnTo>
                  <a:pt x="287" y="183"/>
                </a:lnTo>
                <a:lnTo>
                  <a:pt x="281" y="184"/>
                </a:lnTo>
                <a:lnTo>
                  <a:pt x="276" y="187"/>
                </a:lnTo>
                <a:lnTo>
                  <a:pt x="276" y="40"/>
                </a:lnTo>
                <a:close/>
                <a:moveTo>
                  <a:pt x="22" y="0"/>
                </a:moveTo>
                <a:lnTo>
                  <a:pt x="228" y="0"/>
                </a:lnTo>
                <a:lnTo>
                  <a:pt x="240" y="2"/>
                </a:lnTo>
                <a:lnTo>
                  <a:pt x="248" y="12"/>
                </a:lnTo>
                <a:lnTo>
                  <a:pt x="250" y="22"/>
                </a:lnTo>
                <a:lnTo>
                  <a:pt x="250" y="203"/>
                </a:lnTo>
                <a:lnTo>
                  <a:pt x="243" y="215"/>
                </a:lnTo>
                <a:lnTo>
                  <a:pt x="237" y="229"/>
                </a:lnTo>
                <a:lnTo>
                  <a:pt x="145" y="229"/>
                </a:lnTo>
                <a:lnTo>
                  <a:pt x="138" y="211"/>
                </a:lnTo>
                <a:lnTo>
                  <a:pt x="125" y="196"/>
                </a:lnTo>
                <a:lnTo>
                  <a:pt x="108" y="187"/>
                </a:lnTo>
                <a:lnTo>
                  <a:pt x="87" y="183"/>
                </a:lnTo>
                <a:lnTo>
                  <a:pt x="67" y="187"/>
                </a:lnTo>
                <a:lnTo>
                  <a:pt x="50" y="196"/>
                </a:lnTo>
                <a:lnTo>
                  <a:pt x="37" y="211"/>
                </a:lnTo>
                <a:lnTo>
                  <a:pt x="29" y="229"/>
                </a:lnTo>
                <a:lnTo>
                  <a:pt x="0" y="229"/>
                </a:lnTo>
                <a:lnTo>
                  <a:pt x="0" y="22"/>
                </a:lnTo>
                <a:lnTo>
                  <a:pt x="3" y="12"/>
                </a:lnTo>
                <a:lnTo>
                  <a:pt x="12" y="2"/>
                </a:lnTo>
                <a:lnTo>
                  <a:pt x="22"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nvGrpSpPr>
          <p:cNvPr id="80" name="Google Shape;132;p15">
            <a:extLst>
              <a:ext uri="{FF2B5EF4-FFF2-40B4-BE49-F238E27FC236}">
                <a16:creationId xmlns:a16="http://schemas.microsoft.com/office/drawing/2014/main" id="{17ECDF77-C7D4-36E2-4C27-0F02ACEC572E}"/>
              </a:ext>
            </a:extLst>
          </p:cNvPr>
          <p:cNvGrpSpPr/>
          <p:nvPr/>
        </p:nvGrpSpPr>
        <p:grpSpPr>
          <a:xfrm>
            <a:off x="4443301" y="5041362"/>
            <a:ext cx="268777" cy="309643"/>
            <a:chOff x="5773738" y="5307013"/>
            <a:chExt cx="542925" cy="625475"/>
          </a:xfrm>
        </p:grpSpPr>
        <p:sp>
          <p:nvSpPr>
            <p:cNvPr id="81" name="Google Shape;133;p15">
              <a:extLst>
                <a:ext uri="{FF2B5EF4-FFF2-40B4-BE49-F238E27FC236}">
                  <a16:creationId xmlns:a16="http://schemas.microsoft.com/office/drawing/2014/main" id="{E5F76A18-7528-DAEB-6662-6A3A9201BBA8}"/>
                </a:ext>
              </a:extLst>
            </p:cNvPr>
            <p:cNvSpPr/>
            <p:nvPr/>
          </p:nvSpPr>
          <p:spPr>
            <a:xfrm>
              <a:off x="5773738" y="5307013"/>
              <a:ext cx="501650" cy="355600"/>
            </a:xfrm>
            <a:custGeom>
              <a:avLst/>
              <a:gdLst/>
              <a:ahLst/>
              <a:cxnLst/>
              <a:rect l="l" t="t" r="r" b="b"/>
              <a:pathLst>
                <a:path w="316" h="224" extrusionOk="0">
                  <a:moveTo>
                    <a:pt x="188" y="0"/>
                  </a:moveTo>
                  <a:lnTo>
                    <a:pt x="288" y="0"/>
                  </a:lnTo>
                  <a:lnTo>
                    <a:pt x="316" y="26"/>
                  </a:lnTo>
                  <a:lnTo>
                    <a:pt x="316" y="57"/>
                  </a:lnTo>
                  <a:lnTo>
                    <a:pt x="207" y="57"/>
                  </a:lnTo>
                  <a:lnTo>
                    <a:pt x="200" y="62"/>
                  </a:lnTo>
                  <a:lnTo>
                    <a:pt x="37" y="224"/>
                  </a:lnTo>
                  <a:lnTo>
                    <a:pt x="0" y="188"/>
                  </a:lnTo>
                  <a:lnTo>
                    <a:pt x="188"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82" name="Google Shape;134;p15">
              <a:extLst>
                <a:ext uri="{FF2B5EF4-FFF2-40B4-BE49-F238E27FC236}">
                  <a16:creationId xmlns:a16="http://schemas.microsoft.com/office/drawing/2014/main" id="{92A45A6D-1FB1-C6B3-D863-900E66A96DA5}"/>
                </a:ext>
              </a:extLst>
            </p:cNvPr>
            <p:cNvSpPr/>
            <p:nvPr/>
          </p:nvSpPr>
          <p:spPr>
            <a:xfrm>
              <a:off x="5815013" y="5430838"/>
              <a:ext cx="501650" cy="501650"/>
            </a:xfrm>
            <a:custGeom>
              <a:avLst/>
              <a:gdLst/>
              <a:ahLst/>
              <a:cxnLst/>
              <a:rect l="l" t="t" r="r" b="b"/>
              <a:pathLst>
                <a:path w="316" h="316" extrusionOk="0">
                  <a:moveTo>
                    <a:pt x="264" y="26"/>
                  </a:moveTo>
                  <a:lnTo>
                    <a:pt x="253" y="28"/>
                  </a:lnTo>
                  <a:lnTo>
                    <a:pt x="244" y="34"/>
                  </a:lnTo>
                  <a:lnTo>
                    <a:pt x="239" y="43"/>
                  </a:lnTo>
                  <a:lnTo>
                    <a:pt x="236" y="53"/>
                  </a:lnTo>
                  <a:lnTo>
                    <a:pt x="239" y="62"/>
                  </a:lnTo>
                  <a:lnTo>
                    <a:pt x="244" y="72"/>
                  </a:lnTo>
                  <a:lnTo>
                    <a:pt x="253" y="78"/>
                  </a:lnTo>
                  <a:lnTo>
                    <a:pt x="264" y="79"/>
                  </a:lnTo>
                  <a:lnTo>
                    <a:pt x="273" y="78"/>
                  </a:lnTo>
                  <a:lnTo>
                    <a:pt x="282" y="72"/>
                  </a:lnTo>
                  <a:lnTo>
                    <a:pt x="289" y="62"/>
                  </a:lnTo>
                  <a:lnTo>
                    <a:pt x="290" y="53"/>
                  </a:lnTo>
                  <a:lnTo>
                    <a:pt x="289" y="43"/>
                  </a:lnTo>
                  <a:lnTo>
                    <a:pt x="282" y="34"/>
                  </a:lnTo>
                  <a:lnTo>
                    <a:pt x="273" y="28"/>
                  </a:lnTo>
                  <a:lnTo>
                    <a:pt x="264" y="26"/>
                  </a:lnTo>
                  <a:close/>
                  <a:moveTo>
                    <a:pt x="189" y="0"/>
                  </a:moveTo>
                  <a:lnTo>
                    <a:pt x="290" y="0"/>
                  </a:lnTo>
                  <a:lnTo>
                    <a:pt x="316" y="26"/>
                  </a:lnTo>
                  <a:lnTo>
                    <a:pt x="316" y="132"/>
                  </a:lnTo>
                  <a:lnTo>
                    <a:pt x="131" y="316"/>
                  </a:lnTo>
                  <a:lnTo>
                    <a:pt x="0" y="187"/>
                  </a:lnTo>
                  <a:lnTo>
                    <a:pt x="189"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grpSp>
        <p:nvGrpSpPr>
          <p:cNvPr id="83" name="Google Shape;135;p15">
            <a:extLst>
              <a:ext uri="{FF2B5EF4-FFF2-40B4-BE49-F238E27FC236}">
                <a16:creationId xmlns:a16="http://schemas.microsoft.com/office/drawing/2014/main" id="{9E39AFC2-2ED0-42EA-EC55-C758FAD75026}"/>
              </a:ext>
            </a:extLst>
          </p:cNvPr>
          <p:cNvGrpSpPr/>
          <p:nvPr/>
        </p:nvGrpSpPr>
        <p:grpSpPr>
          <a:xfrm>
            <a:off x="3486880" y="731193"/>
            <a:ext cx="244413" cy="245678"/>
            <a:chOff x="2917825" y="3073401"/>
            <a:chExt cx="920750" cy="925513"/>
          </a:xfrm>
        </p:grpSpPr>
        <p:sp>
          <p:nvSpPr>
            <p:cNvPr id="84" name="Google Shape;136;p15">
              <a:extLst>
                <a:ext uri="{FF2B5EF4-FFF2-40B4-BE49-F238E27FC236}">
                  <a16:creationId xmlns:a16="http://schemas.microsoft.com/office/drawing/2014/main" id="{B9E34A0E-B2EB-AAA8-6970-75FF6EBC5739}"/>
                </a:ext>
              </a:extLst>
            </p:cNvPr>
            <p:cNvSpPr/>
            <p:nvPr/>
          </p:nvSpPr>
          <p:spPr>
            <a:xfrm>
              <a:off x="2917825" y="3073401"/>
              <a:ext cx="920750" cy="925513"/>
            </a:xfrm>
            <a:custGeom>
              <a:avLst/>
              <a:gdLst/>
              <a:ahLst/>
              <a:cxnLst/>
              <a:rect l="l" t="t" r="r" b="b"/>
              <a:pathLst>
                <a:path w="580" h="583" extrusionOk="0">
                  <a:moveTo>
                    <a:pt x="290" y="0"/>
                  </a:moveTo>
                  <a:lnTo>
                    <a:pt x="337" y="4"/>
                  </a:lnTo>
                  <a:lnTo>
                    <a:pt x="382" y="15"/>
                  </a:lnTo>
                  <a:lnTo>
                    <a:pt x="423" y="33"/>
                  </a:lnTo>
                  <a:lnTo>
                    <a:pt x="461" y="56"/>
                  </a:lnTo>
                  <a:lnTo>
                    <a:pt x="495" y="86"/>
                  </a:lnTo>
                  <a:lnTo>
                    <a:pt x="524" y="120"/>
                  </a:lnTo>
                  <a:lnTo>
                    <a:pt x="547" y="158"/>
                  </a:lnTo>
                  <a:lnTo>
                    <a:pt x="565" y="199"/>
                  </a:lnTo>
                  <a:lnTo>
                    <a:pt x="576" y="244"/>
                  </a:lnTo>
                  <a:lnTo>
                    <a:pt x="580" y="292"/>
                  </a:lnTo>
                  <a:lnTo>
                    <a:pt x="576" y="339"/>
                  </a:lnTo>
                  <a:lnTo>
                    <a:pt x="565" y="384"/>
                  </a:lnTo>
                  <a:lnTo>
                    <a:pt x="547" y="426"/>
                  </a:lnTo>
                  <a:lnTo>
                    <a:pt x="524" y="464"/>
                  </a:lnTo>
                  <a:lnTo>
                    <a:pt x="495" y="498"/>
                  </a:lnTo>
                  <a:lnTo>
                    <a:pt x="461" y="527"/>
                  </a:lnTo>
                  <a:lnTo>
                    <a:pt x="423" y="550"/>
                  </a:lnTo>
                  <a:lnTo>
                    <a:pt x="382" y="568"/>
                  </a:lnTo>
                  <a:lnTo>
                    <a:pt x="337" y="579"/>
                  </a:lnTo>
                  <a:lnTo>
                    <a:pt x="290" y="583"/>
                  </a:lnTo>
                  <a:lnTo>
                    <a:pt x="243" y="579"/>
                  </a:lnTo>
                  <a:lnTo>
                    <a:pt x="198" y="568"/>
                  </a:lnTo>
                  <a:lnTo>
                    <a:pt x="156" y="550"/>
                  </a:lnTo>
                  <a:lnTo>
                    <a:pt x="119" y="527"/>
                  </a:lnTo>
                  <a:lnTo>
                    <a:pt x="85" y="498"/>
                  </a:lnTo>
                  <a:lnTo>
                    <a:pt x="56" y="464"/>
                  </a:lnTo>
                  <a:lnTo>
                    <a:pt x="33" y="426"/>
                  </a:lnTo>
                  <a:lnTo>
                    <a:pt x="15" y="384"/>
                  </a:lnTo>
                  <a:lnTo>
                    <a:pt x="4" y="339"/>
                  </a:lnTo>
                  <a:lnTo>
                    <a:pt x="0" y="292"/>
                  </a:lnTo>
                  <a:lnTo>
                    <a:pt x="4" y="244"/>
                  </a:lnTo>
                  <a:lnTo>
                    <a:pt x="15" y="199"/>
                  </a:lnTo>
                  <a:lnTo>
                    <a:pt x="33" y="158"/>
                  </a:lnTo>
                  <a:lnTo>
                    <a:pt x="56" y="120"/>
                  </a:lnTo>
                  <a:lnTo>
                    <a:pt x="85" y="86"/>
                  </a:lnTo>
                  <a:lnTo>
                    <a:pt x="119" y="56"/>
                  </a:lnTo>
                  <a:lnTo>
                    <a:pt x="156" y="33"/>
                  </a:lnTo>
                  <a:lnTo>
                    <a:pt x="198" y="15"/>
                  </a:lnTo>
                  <a:lnTo>
                    <a:pt x="243" y="4"/>
                  </a:lnTo>
                  <a:lnTo>
                    <a:pt x="290"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85" name="Google Shape;137;p15">
              <a:extLst>
                <a:ext uri="{FF2B5EF4-FFF2-40B4-BE49-F238E27FC236}">
                  <a16:creationId xmlns:a16="http://schemas.microsoft.com/office/drawing/2014/main" id="{AB244BC5-3561-858B-FBEB-A0A847CF5004}"/>
                </a:ext>
              </a:extLst>
            </p:cNvPr>
            <p:cNvSpPr/>
            <p:nvPr/>
          </p:nvSpPr>
          <p:spPr>
            <a:xfrm>
              <a:off x="3084513" y="3319715"/>
              <a:ext cx="584200" cy="457200"/>
            </a:xfrm>
            <a:custGeom>
              <a:avLst/>
              <a:gdLst/>
              <a:ahLst/>
              <a:cxnLst/>
              <a:rect l="l" t="t" r="r" b="b"/>
              <a:pathLst>
                <a:path w="368" h="288" extrusionOk="0">
                  <a:moveTo>
                    <a:pt x="300" y="0"/>
                  </a:moveTo>
                  <a:lnTo>
                    <a:pt x="368" y="68"/>
                  </a:lnTo>
                  <a:lnTo>
                    <a:pt x="219" y="219"/>
                  </a:lnTo>
                  <a:lnTo>
                    <a:pt x="151" y="288"/>
                  </a:lnTo>
                  <a:lnTo>
                    <a:pt x="0" y="136"/>
                  </a:lnTo>
                  <a:lnTo>
                    <a:pt x="68" y="68"/>
                  </a:lnTo>
                  <a:lnTo>
                    <a:pt x="151" y="151"/>
                  </a:lnTo>
                  <a:lnTo>
                    <a:pt x="300" y="0"/>
                  </a:lnTo>
                  <a:close/>
                </a:path>
              </a:pathLst>
            </a:custGeom>
            <a:solidFill>
              <a:schemeClr val="lt1"/>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grpSp>
        <p:nvGrpSpPr>
          <p:cNvPr id="86" name="Google Shape;138;p15">
            <a:extLst>
              <a:ext uri="{FF2B5EF4-FFF2-40B4-BE49-F238E27FC236}">
                <a16:creationId xmlns:a16="http://schemas.microsoft.com/office/drawing/2014/main" id="{2F0BE85B-7D04-455B-5C29-0FC88D6426DC}"/>
              </a:ext>
            </a:extLst>
          </p:cNvPr>
          <p:cNvGrpSpPr/>
          <p:nvPr/>
        </p:nvGrpSpPr>
        <p:grpSpPr>
          <a:xfrm>
            <a:off x="9254697" y="745938"/>
            <a:ext cx="344469" cy="190885"/>
            <a:chOff x="5961063" y="2919413"/>
            <a:chExt cx="1744662" cy="966788"/>
          </a:xfrm>
        </p:grpSpPr>
        <p:sp>
          <p:nvSpPr>
            <p:cNvPr id="87" name="Google Shape;139;p15">
              <a:extLst>
                <a:ext uri="{FF2B5EF4-FFF2-40B4-BE49-F238E27FC236}">
                  <a16:creationId xmlns:a16="http://schemas.microsoft.com/office/drawing/2014/main" id="{4A86DE42-6A18-19DD-DBA6-0BE63BD98DF1}"/>
                </a:ext>
              </a:extLst>
            </p:cNvPr>
            <p:cNvSpPr/>
            <p:nvPr/>
          </p:nvSpPr>
          <p:spPr>
            <a:xfrm>
              <a:off x="6635750" y="2971801"/>
              <a:ext cx="401638" cy="454025"/>
            </a:xfrm>
            <a:custGeom>
              <a:avLst/>
              <a:gdLst/>
              <a:ahLst/>
              <a:cxnLst/>
              <a:rect l="l" t="t" r="r" b="b"/>
              <a:pathLst>
                <a:path w="253" h="286" extrusionOk="0">
                  <a:moveTo>
                    <a:pt x="127" y="0"/>
                  </a:moveTo>
                  <a:lnTo>
                    <a:pt x="156" y="3"/>
                  </a:lnTo>
                  <a:lnTo>
                    <a:pt x="182" y="11"/>
                  </a:lnTo>
                  <a:lnTo>
                    <a:pt x="202" y="22"/>
                  </a:lnTo>
                  <a:lnTo>
                    <a:pt x="218" y="35"/>
                  </a:lnTo>
                  <a:lnTo>
                    <a:pt x="231" y="52"/>
                  </a:lnTo>
                  <a:lnTo>
                    <a:pt x="241" y="72"/>
                  </a:lnTo>
                  <a:lnTo>
                    <a:pt x="248" y="94"/>
                  </a:lnTo>
                  <a:lnTo>
                    <a:pt x="252" y="118"/>
                  </a:lnTo>
                  <a:lnTo>
                    <a:pt x="253" y="144"/>
                  </a:lnTo>
                  <a:lnTo>
                    <a:pt x="250" y="176"/>
                  </a:lnTo>
                  <a:lnTo>
                    <a:pt x="240" y="207"/>
                  </a:lnTo>
                  <a:lnTo>
                    <a:pt x="225" y="233"/>
                  </a:lnTo>
                  <a:lnTo>
                    <a:pt x="206" y="255"/>
                  </a:lnTo>
                  <a:lnTo>
                    <a:pt x="183" y="272"/>
                  </a:lnTo>
                  <a:lnTo>
                    <a:pt x="156" y="283"/>
                  </a:lnTo>
                  <a:lnTo>
                    <a:pt x="127" y="286"/>
                  </a:lnTo>
                  <a:lnTo>
                    <a:pt x="98" y="283"/>
                  </a:lnTo>
                  <a:lnTo>
                    <a:pt x="71" y="272"/>
                  </a:lnTo>
                  <a:lnTo>
                    <a:pt x="47" y="255"/>
                  </a:lnTo>
                  <a:lnTo>
                    <a:pt x="28" y="233"/>
                  </a:lnTo>
                  <a:lnTo>
                    <a:pt x="13" y="207"/>
                  </a:lnTo>
                  <a:lnTo>
                    <a:pt x="3" y="176"/>
                  </a:lnTo>
                  <a:lnTo>
                    <a:pt x="0" y="144"/>
                  </a:lnTo>
                  <a:lnTo>
                    <a:pt x="1" y="118"/>
                  </a:lnTo>
                  <a:lnTo>
                    <a:pt x="6" y="94"/>
                  </a:lnTo>
                  <a:lnTo>
                    <a:pt x="13" y="70"/>
                  </a:lnTo>
                  <a:lnTo>
                    <a:pt x="23" y="50"/>
                  </a:lnTo>
                  <a:lnTo>
                    <a:pt x="37" y="33"/>
                  </a:lnTo>
                  <a:lnTo>
                    <a:pt x="54" y="18"/>
                  </a:lnTo>
                  <a:lnTo>
                    <a:pt x="75" y="7"/>
                  </a:lnTo>
                  <a:lnTo>
                    <a:pt x="99" y="1"/>
                  </a:lnTo>
                  <a:lnTo>
                    <a:pt x="127"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88" name="Google Shape;140;p15">
              <a:extLst>
                <a:ext uri="{FF2B5EF4-FFF2-40B4-BE49-F238E27FC236}">
                  <a16:creationId xmlns:a16="http://schemas.microsoft.com/office/drawing/2014/main" id="{663DB1A0-3669-BBA1-F446-A6E163C683AA}"/>
                </a:ext>
              </a:extLst>
            </p:cNvPr>
            <p:cNvSpPr/>
            <p:nvPr/>
          </p:nvSpPr>
          <p:spPr>
            <a:xfrm>
              <a:off x="7161213" y="2919413"/>
              <a:ext cx="334963" cy="379413"/>
            </a:xfrm>
            <a:custGeom>
              <a:avLst/>
              <a:gdLst/>
              <a:ahLst/>
              <a:cxnLst/>
              <a:rect l="l" t="t" r="r" b="b"/>
              <a:pathLst>
                <a:path w="211" h="239" extrusionOk="0">
                  <a:moveTo>
                    <a:pt x="105" y="0"/>
                  </a:moveTo>
                  <a:lnTo>
                    <a:pt x="132" y="3"/>
                  </a:lnTo>
                  <a:lnTo>
                    <a:pt x="155" y="11"/>
                  </a:lnTo>
                  <a:lnTo>
                    <a:pt x="173" y="22"/>
                  </a:lnTo>
                  <a:lnTo>
                    <a:pt x="188" y="36"/>
                  </a:lnTo>
                  <a:lnTo>
                    <a:pt x="199" y="53"/>
                  </a:lnTo>
                  <a:lnTo>
                    <a:pt x="206" y="73"/>
                  </a:lnTo>
                  <a:lnTo>
                    <a:pt x="210" y="95"/>
                  </a:lnTo>
                  <a:lnTo>
                    <a:pt x="211" y="119"/>
                  </a:lnTo>
                  <a:lnTo>
                    <a:pt x="208" y="146"/>
                  </a:lnTo>
                  <a:lnTo>
                    <a:pt x="200" y="172"/>
                  </a:lnTo>
                  <a:lnTo>
                    <a:pt x="188" y="194"/>
                  </a:lnTo>
                  <a:lnTo>
                    <a:pt x="171" y="212"/>
                  </a:lnTo>
                  <a:lnTo>
                    <a:pt x="151" y="227"/>
                  </a:lnTo>
                  <a:lnTo>
                    <a:pt x="130" y="235"/>
                  </a:lnTo>
                  <a:lnTo>
                    <a:pt x="105" y="239"/>
                  </a:lnTo>
                  <a:lnTo>
                    <a:pt x="81" y="235"/>
                  </a:lnTo>
                  <a:lnTo>
                    <a:pt x="59" y="227"/>
                  </a:lnTo>
                  <a:lnTo>
                    <a:pt x="40" y="212"/>
                  </a:lnTo>
                  <a:lnTo>
                    <a:pt x="23" y="194"/>
                  </a:lnTo>
                  <a:lnTo>
                    <a:pt x="11" y="172"/>
                  </a:lnTo>
                  <a:lnTo>
                    <a:pt x="2" y="146"/>
                  </a:lnTo>
                  <a:lnTo>
                    <a:pt x="0" y="119"/>
                  </a:lnTo>
                  <a:lnTo>
                    <a:pt x="1" y="95"/>
                  </a:lnTo>
                  <a:lnTo>
                    <a:pt x="6" y="73"/>
                  </a:lnTo>
                  <a:lnTo>
                    <a:pt x="13" y="52"/>
                  </a:lnTo>
                  <a:lnTo>
                    <a:pt x="24" y="34"/>
                  </a:lnTo>
                  <a:lnTo>
                    <a:pt x="39" y="19"/>
                  </a:lnTo>
                  <a:lnTo>
                    <a:pt x="57" y="8"/>
                  </a:lnTo>
                  <a:lnTo>
                    <a:pt x="79" y="1"/>
                  </a:lnTo>
                  <a:lnTo>
                    <a:pt x="105"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89" name="Google Shape;141;p15">
              <a:extLst>
                <a:ext uri="{FF2B5EF4-FFF2-40B4-BE49-F238E27FC236}">
                  <a16:creationId xmlns:a16="http://schemas.microsoft.com/office/drawing/2014/main" id="{61562EA5-C504-CEE8-4B41-B42F696CB0F7}"/>
                </a:ext>
              </a:extLst>
            </p:cNvPr>
            <p:cNvSpPr/>
            <p:nvPr/>
          </p:nvSpPr>
          <p:spPr>
            <a:xfrm>
              <a:off x="6173788" y="2919413"/>
              <a:ext cx="336550" cy="379413"/>
            </a:xfrm>
            <a:custGeom>
              <a:avLst/>
              <a:gdLst/>
              <a:ahLst/>
              <a:cxnLst/>
              <a:rect l="l" t="t" r="r" b="b"/>
              <a:pathLst>
                <a:path w="212" h="239" extrusionOk="0">
                  <a:moveTo>
                    <a:pt x="105" y="0"/>
                  </a:moveTo>
                  <a:lnTo>
                    <a:pt x="133" y="3"/>
                  </a:lnTo>
                  <a:lnTo>
                    <a:pt x="156" y="11"/>
                  </a:lnTo>
                  <a:lnTo>
                    <a:pt x="174" y="22"/>
                  </a:lnTo>
                  <a:lnTo>
                    <a:pt x="189" y="36"/>
                  </a:lnTo>
                  <a:lnTo>
                    <a:pt x="200" y="53"/>
                  </a:lnTo>
                  <a:lnTo>
                    <a:pt x="207" y="73"/>
                  </a:lnTo>
                  <a:lnTo>
                    <a:pt x="211" y="95"/>
                  </a:lnTo>
                  <a:lnTo>
                    <a:pt x="212" y="119"/>
                  </a:lnTo>
                  <a:lnTo>
                    <a:pt x="210" y="146"/>
                  </a:lnTo>
                  <a:lnTo>
                    <a:pt x="201" y="172"/>
                  </a:lnTo>
                  <a:lnTo>
                    <a:pt x="189" y="194"/>
                  </a:lnTo>
                  <a:lnTo>
                    <a:pt x="172" y="212"/>
                  </a:lnTo>
                  <a:lnTo>
                    <a:pt x="153" y="227"/>
                  </a:lnTo>
                  <a:lnTo>
                    <a:pt x="129" y="235"/>
                  </a:lnTo>
                  <a:lnTo>
                    <a:pt x="105" y="239"/>
                  </a:lnTo>
                  <a:lnTo>
                    <a:pt x="81" y="235"/>
                  </a:lnTo>
                  <a:lnTo>
                    <a:pt x="59" y="227"/>
                  </a:lnTo>
                  <a:lnTo>
                    <a:pt x="40" y="212"/>
                  </a:lnTo>
                  <a:lnTo>
                    <a:pt x="23" y="194"/>
                  </a:lnTo>
                  <a:lnTo>
                    <a:pt x="11" y="172"/>
                  </a:lnTo>
                  <a:lnTo>
                    <a:pt x="2" y="146"/>
                  </a:lnTo>
                  <a:lnTo>
                    <a:pt x="0" y="119"/>
                  </a:lnTo>
                  <a:lnTo>
                    <a:pt x="1" y="95"/>
                  </a:lnTo>
                  <a:lnTo>
                    <a:pt x="6" y="73"/>
                  </a:lnTo>
                  <a:lnTo>
                    <a:pt x="13" y="52"/>
                  </a:lnTo>
                  <a:lnTo>
                    <a:pt x="25" y="34"/>
                  </a:lnTo>
                  <a:lnTo>
                    <a:pt x="40" y="19"/>
                  </a:lnTo>
                  <a:lnTo>
                    <a:pt x="58" y="8"/>
                  </a:lnTo>
                  <a:lnTo>
                    <a:pt x="80" y="1"/>
                  </a:lnTo>
                  <a:lnTo>
                    <a:pt x="105"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90" name="Google Shape;142;p15">
              <a:extLst>
                <a:ext uri="{FF2B5EF4-FFF2-40B4-BE49-F238E27FC236}">
                  <a16:creationId xmlns:a16="http://schemas.microsoft.com/office/drawing/2014/main" id="{06FE332D-38E6-1729-DA89-CED693234CA6}"/>
                </a:ext>
              </a:extLst>
            </p:cNvPr>
            <p:cNvSpPr/>
            <p:nvPr/>
          </p:nvSpPr>
          <p:spPr>
            <a:xfrm>
              <a:off x="5961063" y="3308351"/>
              <a:ext cx="674688" cy="355600"/>
            </a:xfrm>
            <a:custGeom>
              <a:avLst/>
              <a:gdLst/>
              <a:ahLst/>
              <a:cxnLst/>
              <a:rect l="l" t="t" r="r" b="b"/>
              <a:pathLst>
                <a:path w="425" h="224" extrusionOk="0">
                  <a:moveTo>
                    <a:pt x="319" y="0"/>
                  </a:moveTo>
                  <a:lnTo>
                    <a:pt x="348" y="7"/>
                  </a:lnTo>
                  <a:lnTo>
                    <a:pt x="373" y="17"/>
                  </a:lnTo>
                  <a:lnTo>
                    <a:pt x="391" y="27"/>
                  </a:lnTo>
                  <a:lnTo>
                    <a:pt x="404" y="36"/>
                  </a:lnTo>
                  <a:lnTo>
                    <a:pt x="414" y="45"/>
                  </a:lnTo>
                  <a:lnTo>
                    <a:pt x="420" y="52"/>
                  </a:lnTo>
                  <a:lnTo>
                    <a:pt x="424" y="58"/>
                  </a:lnTo>
                  <a:lnTo>
                    <a:pt x="425" y="60"/>
                  </a:lnTo>
                  <a:lnTo>
                    <a:pt x="393" y="68"/>
                  </a:lnTo>
                  <a:lnTo>
                    <a:pt x="364" y="80"/>
                  </a:lnTo>
                  <a:lnTo>
                    <a:pt x="340" y="96"/>
                  </a:lnTo>
                  <a:lnTo>
                    <a:pt x="318" y="113"/>
                  </a:lnTo>
                  <a:lnTo>
                    <a:pt x="300" y="133"/>
                  </a:lnTo>
                  <a:lnTo>
                    <a:pt x="285" y="151"/>
                  </a:lnTo>
                  <a:lnTo>
                    <a:pt x="273" y="171"/>
                  </a:lnTo>
                  <a:lnTo>
                    <a:pt x="263" y="188"/>
                  </a:lnTo>
                  <a:lnTo>
                    <a:pt x="256" y="202"/>
                  </a:lnTo>
                  <a:lnTo>
                    <a:pt x="251" y="213"/>
                  </a:lnTo>
                  <a:lnTo>
                    <a:pt x="249" y="222"/>
                  </a:lnTo>
                  <a:lnTo>
                    <a:pt x="248" y="224"/>
                  </a:lnTo>
                  <a:lnTo>
                    <a:pt x="158" y="224"/>
                  </a:lnTo>
                  <a:lnTo>
                    <a:pt x="123" y="222"/>
                  </a:lnTo>
                  <a:lnTo>
                    <a:pt x="92" y="218"/>
                  </a:lnTo>
                  <a:lnTo>
                    <a:pt x="67" y="214"/>
                  </a:lnTo>
                  <a:lnTo>
                    <a:pt x="48" y="211"/>
                  </a:lnTo>
                  <a:lnTo>
                    <a:pt x="31" y="207"/>
                  </a:lnTo>
                  <a:lnTo>
                    <a:pt x="19" y="202"/>
                  </a:lnTo>
                  <a:lnTo>
                    <a:pt x="10" y="199"/>
                  </a:lnTo>
                  <a:lnTo>
                    <a:pt x="4" y="196"/>
                  </a:lnTo>
                  <a:lnTo>
                    <a:pt x="2" y="195"/>
                  </a:lnTo>
                  <a:lnTo>
                    <a:pt x="0" y="194"/>
                  </a:lnTo>
                  <a:lnTo>
                    <a:pt x="4" y="160"/>
                  </a:lnTo>
                  <a:lnTo>
                    <a:pt x="11" y="129"/>
                  </a:lnTo>
                  <a:lnTo>
                    <a:pt x="22" y="103"/>
                  </a:lnTo>
                  <a:lnTo>
                    <a:pt x="35" y="80"/>
                  </a:lnTo>
                  <a:lnTo>
                    <a:pt x="51" y="62"/>
                  </a:lnTo>
                  <a:lnTo>
                    <a:pt x="67" y="46"/>
                  </a:lnTo>
                  <a:lnTo>
                    <a:pt x="83" y="34"/>
                  </a:lnTo>
                  <a:lnTo>
                    <a:pt x="101" y="24"/>
                  </a:lnTo>
                  <a:lnTo>
                    <a:pt x="116" y="17"/>
                  </a:lnTo>
                  <a:lnTo>
                    <a:pt x="129" y="12"/>
                  </a:lnTo>
                  <a:lnTo>
                    <a:pt x="139" y="8"/>
                  </a:lnTo>
                  <a:lnTo>
                    <a:pt x="146" y="6"/>
                  </a:lnTo>
                  <a:lnTo>
                    <a:pt x="148" y="6"/>
                  </a:lnTo>
                  <a:lnTo>
                    <a:pt x="176" y="22"/>
                  </a:lnTo>
                  <a:lnTo>
                    <a:pt x="202" y="32"/>
                  </a:lnTo>
                  <a:lnTo>
                    <a:pt x="225" y="35"/>
                  </a:lnTo>
                  <a:lnTo>
                    <a:pt x="245" y="35"/>
                  </a:lnTo>
                  <a:lnTo>
                    <a:pt x="265" y="32"/>
                  </a:lnTo>
                  <a:lnTo>
                    <a:pt x="280" y="27"/>
                  </a:lnTo>
                  <a:lnTo>
                    <a:pt x="294" y="19"/>
                  </a:lnTo>
                  <a:lnTo>
                    <a:pt x="305" y="12"/>
                  </a:lnTo>
                  <a:lnTo>
                    <a:pt x="313" y="6"/>
                  </a:lnTo>
                  <a:lnTo>
                    <a:pt x="319"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91" name="Google Shape;143;p15">
              <a:extLst>
                <a:ext uri="{FF2B5EF4-FFF2-40B4-BE49-F238E27FC236}">
                  <a16:creationId xmlns:a16="http://schemas.microsoft.com/office/drawing/2014/main" id="{6A076D67-DAD6-21A2-37A0-81C06279626B}"/>
                </a:ext>
              </a:extLst>
            </p:cNvPr>
            <p:cNvSpPr/>
            <p:nvPr/>
          </p:nvSpPr>
          <p:spPr>
            <a:xfrm>
              <a:off x="6383338" y="3449638"/>
              <a:ext cx="900113" cy="436563"/>
            </a:xfrm>
            <a:custGeom>
              <a:avLst/>
              <a:gdLst/>
              <a:ahLst/>
              <a:cxnLst/>
              <a:rect l="l" t="t" r="r" b="b"/>
              <a:pathLst>
                <a:path w="567" h="275" extrusionOk="0">
                  <a:moveTo>
                    <a:pt x="377" y="0"/>
                  </a:moveTo>
                  <a:lnTo>
                    <a:pt x="411" y="7"/>
                  </a:lnTo>
                  <a:lnTo>
                    <a:pt x="441" y="19"/>
                  </a:lnTo>
                  <a:lnTo>
                    <a:pt x="467" y="34"/>
                  </a:lnTo>
                  <a:lnTo>
                    <a:pt x="490" y="51"/>
                  </a:lnTo>
                  <a:lnTo>
                    <a:pt x="508" y="71"/>
                  </a:lnTo>
                  <a:lnTo>
                    <a:pt x="523" y="91"/>
                  </a:lnTo>
                  <a:lnTo>
                    <a:pt x="536" y="112"/>
                  </a:lnTo>
                  <a:lnTo>
                    <a:pt x="546" y="134"/>
                  </a:lnTo>
                  <a:lnTo>
                    <a:pt x="553" y="155"/>
                  </a:lnTo>
                  <a:lnTo>
                    <a:pt x="559" y="174"/>
                  </a:lnTo>
                  <a:lnTo>
                    <a:pt x="563" y="191"/>
                  </a:lnTo>
                  <a:lnTo>
                    <a:pt x="565" y="206"/>
                  </a:lnTo>
                  <a:lnTo>
                    <a:pt x="566" y="217"/>
                  </a:lnTo>
                  <a:lnTo>
                    <a:pt x="567" y="224"/>
                  </a:lnTo>
                  <a:lnTo>
                    <a:pt x="567" y="227"/>
                  </a:lnTo>
                  <a:lnTo>
                    <a:pt x="502" y="246"/>
                  </a:lnTo>
                  <a:lnTo>
                    <a:pt x="439" y="260"/>
                  </a:lnTo>
                  <a:lnTo>
                    <a:pt x="380" y="269"/>
                  </a:lnTo>
                  <a:lnTo>
                    <a:pt x="324" y="274"/>
                  </a:lnTo>
                  <a:lnTo>
                    <a:pt x="272" y="275"/>
                  </a:lnTo>
                  <a:lnTo>
                    <a:pt x="223" y="274"/>
                  </a:lnTo>
                  <a:lnTo>
                    <a:pt x="178" y="269"/>
                  </a:lnTo>
                  <a:lnTo>
                    <a:pt x="138" y="264"/>
                  </a:lnTo>
                  <a:lnTo>
                    <a:pt x="103" y="257"/>
                  </a:lnTo>
                  <a:lnTo>
                    <a:pt x="73" y="250"/>
                  </a:lnTo>
                  <a:lnTo>
                    <a:pt x="47" y="242"/>
                  </a:lnTo>
                  <a:lnTo>
                    <a:pt x="27" y="235"/>
                  </a:lnTo>
                  <a:lnTo>
                    <a:pt x="12" y="229"/>
                  </a:lnTo>
                  <a:lnTo>
                    <a:pt x="4" y="225"/>
                  </a:lnTo>
                  <a:lnTo>
                    <a:pt x="0" y="224"/>
                  </a:lnTo>
                  <a:lnTo>
                    <a:pt x="2" y="188"/>
                  </a:lnTo>
                  <a:lnTo>
                    <a:pt x="8" y="155"/>
                  </a:lnTo>
                  <a:lnTo>
                    <a:pt x="19" y="127"/>
                  </a:lnTo>
                  <a:lnTo>
                    <a:pt x="31" y="101"/>
                  </a:lnTo>
                  <a:lnTo>
                    <a:pt x="47" y="80"/>
                  </a:lnTo>
                  <a:lnTo>
                    <a:pt x="63" y="62"/>
                  </a:lnTo>
                  <a:lnTo>
                    <a:pt x="81" y="46"/>
                  </a:lnTo>
                  <a:lnTo>
                    <a:pt x="98" y="34"/>
                  </a:lnTo>
                  <a:lnTo>
                    <a:pt x="116" y="24"/>
                  </a:lnTo>
                  <a:lnTo>
                    <a:pt x="132" y="17"/>
                  </a:lnTo>
                  <a:lnTo>
                    <a:pt x="147" y="11"/>
                  </a:lnTo>
                  <a:lnTo>
                    <a:pt x="160" y="7"/>
                  </a:lnTo>
                  <a:lnTo>
                    <a:pt x="170" y="4"/>
                  </a:lnTo>
                  <a:lnTo>
                    <a:pt x="176" y="2"/>
                  </a:lnTo>
                  <a:lnTo>
                    <a:pt x="178" y="2"/>
                  </a:lnTo>
                  <a:lnTo>
                    <a:pt x="207" y="21"/>
                  </a:lnTo>
                  <a:lnTo>
                    <a:pt x="236" y="32"/>
                  </a:lnTo>
                  <a:lnTo>
                    <a:pt x="262" y="36"/>
                  </a:lnTo>
                  <a:lnTo>
                    <a:pt x="286" y="38"/>
                  </a:lnTo>
                  <a:lnTo>
                    <a:pt x="309" y="34"/>
                  </a:lnTo>
                  <a:lnTo>
                    <a:pt x="329" y="28"/>
                  </a:lnTo>
                  <a:lnTo>
                    <a:pt x="346" y="21"/>
                  </a:lnTo>
                  <a:lnTo>
                    <a:pt x="359" y="13"/>
                  </a:lnTo>
                  <a:lnTo>
                    <a:pt x="369" y="7"/>
                  </a:lnTo>
                  <a:lnTo>
                    <a:pt x="375" y="2"/>
                  </a:lnTo>
                  <a:lnTo>
                    <a:pt x="377"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
          <p:nvSpPr>
            <p:cNvPr id="92" name="Google Shape;144;p15">
              <a:extLst>
                <a:ext uri="{FF2B5EF4-FFF2-40B4-BE49-F238E27FC236}">
                  <a16:creationId xmlns:a16="http://schemas.microsoft.com/office/drawing/2014/main" id="{CE7F98C7-4CC2-DD60-0862-4F712FB7F060}"/>
                </a:ext>
              </a:extLst>
            </p:cNvPr>
            <p:cNvSpPr/>
            <p:nvPr/>
          </p:nvSpPr>
          <p:spPr>
            <a:xfrm>
              <a:off x="7038975" y="3311526"/>
              <a:ext cx="666750" cy="354013"/>
            </a:xfrm>
            <a:custGeom>
              <a:avLst/>
              <a:gdLst/>
              <a:ahLst/>
              <a:cxnLst/>
              <a:rect l="l" t="t" r="r" b="b"/>
              <a:pathLst>
                <a:path w="420" h="223" extrusionOk="0">
                  <a:moveTo>
                    <a:pt x="91" y="0"/>
                  </a:moveTo>
                  <a:lnTo>
                    <a:pt x="117" y="17"/>
                  </a:lnTo>
                  <a:lnTo>
                    <a:pt x="142" y="27"/>
                  </a:lnTo>
                  <a:lnTo>
                    <a:pt x="165" y="32"/>
                  </a:lnTo>
                  <a:lnTo>
                    <a:pt x="188" y="33"/>
                  </a:lnTo>
                  <a:lnTo>
                    <a:pt x="208" y="31"/>
                  </a:lnTo>
                  <a:lnTo>
                    <a:pt x="226" y="26"/>
                  </a:lnTo>
                  <a:lnTo>
                    <a:pt x="253" y="12"/>
                  </a:lnTo>
                  <a:lnTo>
                    <a:pt x="262" y="6"/>
                  </a:lnTo>
                  <a:lnTo>
                    <a:pt x="267" y="2"/>
                  </a:lnTo>
                  <a:lnTo>
                    <a:pt x="270" y="0"/>
                  </a:lnTo>
                  <a:lnTo>
                    <a:pt x="301" y="10"/>
                  </a:lnTo>
                  <a:lnTo>
                    <a:pt x="329" y="23"/>
                  </a:lnTo>
                  <a:lnTo>
                    <a:pt x="351" y="38"/>
                  </a:lnTo>
                  <a:lnTo>
                    <a:pt x="370" y="55"/>
                  </a:lnTo>
                  <a:lnTo>
                    <a:pt x="385" y="72"/>
                  </a:lnTo>
                  <a:lnTo>
                    <a:pt x="397" y="92"/>
                  </a:lnTo>
                  <a:lnTo>
                    <a:pt x="406" y="110"/>
                  </a:lnTo>
                  <a:lnTo>
                    <a:pt x="412" y="127"/>
                  </a:lnTo>
                  <a:lnTo>
                    <a:pt x="416" y="144"/>
                  </a:lnTo>
                  <a:lnTo>
                    <a:pt x="419" y="159"/>
                  </a:lnTo>
                  <a:lnTo>
                    <a:pt x="420" y="171"/>
                  </a:lnTo>
                  <a:lnTo>
                    <a:pt x="420" y="189"/>
                  </a:lnTo>
                  <a:lnTo>
                    <a:pt x="393" y="200"/>
                  </a:lnTo>
                  <a:lnTo>
                    <a:pt x="365" y="209"/>
                  </a:lnTo>
                  <a:lnTo>
                    <a:pt x="335" y="215"/>
                  </a:lnTo>
                  <a:lnTo>
                    <a:pt x="305" y="220"/>
                  </a:lnTo>
                  <a:lnTo>
                    <a:pt x="276" y="222"/>
                  </a:lnTo>
                  <a:lnTo>
                    <a:pt x="248" y="223"/>
                  </a:lnTo>
                  <a:lnTo>
                    <a:pt x="224" y="223"/>
                  </a:lnTo>
                  <a:lnTo>
                    <a:pt x="202" y="222"/>
                  </a:lnTo>
                  <a:lnTo>
                    <a:pt x="186" y="222"/>
                  </a:lnTo>
                  <a:lnTo>
                    <a:pt x="175" y="221"/>
                  </a:lnTo>
                  <a:lnTo>
                    <a:pt x="171" y="221"/>
                  </a:lnTo>
                  <a:lnTo>
                    <a:pt x="156" y="184"/>
                  </a:lnTo>
                  <a:lnTo>
                    <a:pt x="137" y="154"/>
                  </a:lnTo>
                  <a:lnTo>
                    <a:pt x="117" y="128"/>
                  </a:lnTo>
                  <a:lnTo>
                    <a:pt x="96" y="108"/>
                  </a:lnTo>
                  <a:lnTo>
                    <a:pt x="76" y="91"/>
                  </a:lnTo>
                  <a:lnTo>
                    <a:pt x="56" y="78"/>
                  </a:lnTo>
                  <a:lnTo>
                    <a:pt x="38" y="70"/>
                  </a:lnTo>
                  <a:lnTo>
                    <a:pt x="23" y="64"/>
                  </a:lnTo>
                  <a:lnTo>
                    <a:pt x="11" y="60"/>
                  </a:lnTo>
                  <a:lnTo>
                    <a:pt x="3" y="58"/>
                  </a:lnTo>
                  <a:lnTo>
                    <a:pt x="0" y="58"/>
                  </a:lnTo>
                  <a:lnTo>
                    <a:pt x="15" y="39"/>
                  </a:lnTo>
                  <a:lnTo>
                    <a:pt x="32" y="26"/>
                  </a:lnTo>
                  <a:lnTo>
                    <a:pt x="49" y="16"/>
                  </a:lnTo>
                  <a:lnTo>
                    <a:pt x="65" y="9"/>
                  </a:lnTo>
                  <a:lnTo>
                    <a:pt x="79" y="4"/>
                  </a:lnTo>
                  <a:lnTo>
                    <a:pt x="88" y="2"/>
                  </a:lnTo>
                  <a:lnTo>
                    <a:pt x="91"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grpSp>
      <p:sp>
        <p:nvSpPr>
          <p:cNvPr id="93" name="Google Shape;145;p15">
            <a:extLst>
              <a:ext uri="{FF2B5EF4-FFF2-40B4-BE49-F238E27FC236}">
                <a16:creationId xmlns:a16="http://schemas.microsoft.com/office/drawing/2014/main" id="{F1F13D92-E718-2083-B5C3-86FD5A88417D}"/>
              </a:ext>
            </a:extLst>
          </p:cNvPr>
          <p:cNvSpPr/>
          <p:nvPr/>
        </p:nvSpPr>
        <p:spPr>
          <a:xfrm>
            <a:off x="9338434" y="5041362"/>
            <a:ext cx="234983" cy="309643"/>
          </a:xfrm>
          <a:custGeom>
            <a:avLst/>
            <a:gdLst/>
            <a:ahLst/>
            <a:cxnLst/>
            <a:rect l="l" t="t" r="r" b="b"/>
            <a:pathLst>
              <a:path w="299" h="394" extrusionOk="0">
                <a:moveTo>
                  <a:pt x="154" y="266"/>
                </a:moveTo>
                <a:lnTo>
                  <a:pt x="165" y="268"/>
                </a:lnTo>
                <a:lnTo>
                  <a:pt x="169" y="271"/>
                </a:lnTo>
                <a:lnTo>
                  <a:pt x="171" y="272"/>
                </a:lnTo>
                <a:lnTo>
                  <a:pt x="174" y="275"/>
                </a:lnTo>
                <a:lnTo>
                  <a:pt x="175" y="279"/>
                </a:lnTo>
                <a:lnTo>
                  <a:pt x="175" y="288"/>
                </a:lnTo>
                <a:lnTo>
                  <a:pt x="174" y="292"/>
                </a:lnTo>
                <a:lnTo>
                  <a:pt x="173" y="293"/>
                </a:lnTo>
                <a:lnTo>
                  <a:pt x="171" y="296"/>
                </a:lnTo>
                <a:lnTo>
                  <a:pt x="169" y="297"/>
                </a:lnTo>
                <a:lnTo>
                  <a:pt x="166" y="300"/>
                </a:lnTo>
                <a:lnTo>
                  <a:pt x="162" y="301"/>
                </a:lnTo>
                <a:lnTo>
                  <a:pt x="158" y="301"/>
                </a:lnTo>
                <a:lnTo>
                  <a:pt x="158" y="302"/>
                </a:lnTo>
                <a:lnTo>
                  <a:pt x="154" y="302"/>
                </a:lnTo>
                <a:lnTo>
                  <a:pt x="154" y="266"/>
                </a:lnTo>
                <a:close/>
                <a:moveTo>
                  <a:pt x="137" y="203"/>
                </a:moveTo>
                <a:lnTo>
                  <a:pt x="144" y="203"/>
                </a:lnTo>
                <a:lnTo>
                  <a:pt x="144" y="234"/>
                </a:lnTo>
                <a:lnTo>
                  <a:pt x="138" y="233"/>
                </a:lnTo>
                <a:lnTo>
                  <a:pt x="134" y="232"/>
                </a:lnTo>
                <a:lnTo>
                  <a:pt x="129" y="229"/>
                </a:lnTo>
                <a:lnTo>
                  <a:pt x="126" y="227"/>
                </a:lnTo>
                <a:lnTo>
                  <a:pt x="125" y="223"/>
                </a:lnTo>
                <a:lnTo>
                  <a:pt x="125" y="216"/>
                </a:lnTo>
                <a:lnTo>
                  <a:pt x="126" y="213"/>
                </a:lnTo>
                <a:lnTo>
                  <a:pt x="126" y="212"/>
                </a:lnTo>
                <a:lnTo>
                  <a:pt x="128" y="210"/>
                </a:lnTo>
                <a:lnTo>
                  <a:pt x="130" y="207"/>
                </a:lnTo>
                <a:lnTo>
                  <a:pt x="133" y="206"/>
                </a:lnTo>
                <a:lnTo>
                  <a:pt x="137" y="203"/>
                </a:lnTo>
                <a:close/>
                <a:moveTo>
                  <a:pt x="144" y="165"/>
                </a:moveTo>
                <a:lnTo>
                  <a:pt x="144" y="179"/>
                </a:lnTo>
                <a:lnTo>
                  <a:pt x="137" y="181"/>
                </a:lnTo>
                <a:lnTo>
                  <a:pt x="121" y="185"/>
                </a:lnTo>
                <a:lnTo>
                  <a:pt x="116" y="187"/>
                </a:lnTo>
                <a:lnTo>
                  <a:pt x="104" y="199"/>
                </a:lnTo>
                <a:lnTo>
                  <a:pt x="99" y="210"/>
                </a:lnTo>
                <a:lnTo>
                  <a:pt x="97" y="215"/>
                </a:lnTo>
                <a:lnTo>
                  <a:pt x="97" y="228"/>
                </a:lnTo>
                <a:lnTo>
                  <a:pt x="99" y="233"/>
                </a:lnTo>
                <a:lnTo>
                  <a:pt x="101" y="237"/>
                </a:lnTo>
                <a:lnTo>
                  <a:pt x="103" y="241"/>
                </a:lnTo>
                <a:lnTo>
                  <a:pt x="105" y="244"/>
                </a:lnTo>
                <a:lnTo>
                  <a:pt x="107" y="246"/>
                </a:lnTo>
                <a:lnTo>
                  <a:pt x="109" y="249"/>
                </a:lnTo>
                <a:lnTo>
                  <a:pt x="117" y="254"/>
                </a:lnTo>
                <a:lnTo>
                  <a:pt x="128" y="257"/>
                </a:lnTo>
                <a:lnTo>
                  <a:pt x="132" y="259"/>
                </a:lnTo>
                <a:lnTo>
                  <a:pt x="137" y="261"/>
                </a:lnTo>
                <a:lnTo>
                  <a:pt x="141" y="261"/>
                </a:lnTo>
                <a:lnTo>
                  <a:pt x="141" y="262"/>
                </a:lnTo>
                <a:lnTo>
                  <a:pt x="144" y="262"/>
                </a:lnTo>
                <a:lnTo>
                  <a:pt x="144" y="302"/>
                </a:lnTo>
                <a:lnTo>
                  <a:pt x="137" y="301"/>
                </a:lnTo>
                <a:lnTo>
                  <a:pt x="132" y="299"/>
                </a:lnTo>
                <a:lnTo>
                  <a:pt x="128" y="295"/>
                </a:lnTo>
                <a:lnTo>
                  <a:pt x="125" y="291"/>
                </a:lnTo>
                <a:lnTo>
                  <a:pt x="124" y="287"/>
                </a:lnTo>
                <a:lnTo>
                  <a:pt x="122" y="282"/>
                </a:lnTo>
                <a:lnTo>
                  <a:pt x="122" y="276"/>
                </a:lnTo>
                <a:lnTo>
                  <a:pt x="95" y="276"/>
                </a:lnTo>
                <a:lnTo>
                  <a:pt x="97" y="291"/>
                </a:lnTo>
                <a:lnTo>
                  <a:pt x="101" y="302"/>
                </a:lnTo>
                <a:lnTo>
                  <a:pt x="109" y="312"/>
                </a:lnTo>
                <a:lnTo>
                  <a:pt x="118" y="318"/>
                </a:lnTo>
                <a:lnTo>
                  <a:pt x="130" y="322"/>
                </a:lnTo>
                <a:lnTo>
                  <a:pt x="144" y="325"/>
                </a:lnTo>
                <a:lnTo>
                  <a:pt x="144" y="342"/>
                </a:lnTo>
                <a:lnTo>
                  <a:pt x="154" y="342"/>
                </a:lnTo>
                <a:lnTo>
                  <a:pt x="154" y="325"/>
                </a:lnTo>
                <a:lnTo>
                  <a:pt x="169" y="323"/>
                </a:lnTo>
                <a:lnTo>
                  <a:pt x="179" y="320"/>
                </a:lnTo>
                <a:lnTo>
                  <a:pt x="187" y="314"/>
                </a:lnTo>
                <a:lnTo>
                  <a:pt x="199" y="302"/>
                </a:lnTo>
                <a:lnTo>
                  <a:pt x="202" y="296"/>
                </a:lnTo>
                <a:lnTo>
                  <a:pt x="203" y="292"/>
                </a:lnTo>
                <a:lnTo>
                  <a:pt x="203" y="274"/>
                </a:lnTo>
                <a:lnTo>
                  <a:pt x="200" y="266"/>
                </a:lnTo>
                <a:lnTo>
                  <a:pt x="198" y="261"/>
                </a:lnTo>
                <a:lnTo>
                  <a:pt x="192" y="253"/>
                </a:lnTo>
                <a:lnTo>
                  <a:pt x="187" y="249"/>
                </a:lnTo>
                <a:lnTo>
                  <a:pt x="178" y="244"/>
                </a:lnTo>
                <a:lnTo>
                  <a:pt x="165" y="240"/>
                </a:lnTo>
                <a:lnTo>
                  <a:pt x="162" y="238"/>
                </a:lnTo>
                <a:lnTo>
                  <a:pt x="157" y="238"/>
                </a:lnTo>
                <a:lnTo>
                  <a:pt x="155" y="237"/>
                </a:lnTo>
                <a:lnTo>
                  <a:pt x="154" y="237"/>
                </a:lnTo>
                <a:lnTo>
                  <a:pt x="154" y="203"/>
                </a:lnTo>
                <a:lnTo>
                  <a:pt x="158" y="203"/>
                </a:lnTo>
                <a:lnTo>
                  <a:pt x="166" y="208"/>
                </a:lnTo>
                <a:lnTo>
                  <a:pt x="171" y="221"/>
                </a:lnTo>
                <a:lnTo>
                  <a:pt x="199" y="221"/>
                </a:lnTo>
                <a:lnTo>
                  <a:pt x="198" y="216"/>
                </a:lnTo>
                <a:lnTo>
                  <a:pt x="194" y="204"/>
                </a:lnTo>
                <a:lnTo>
                  <a:pt x="190" y="198"/>
                </a:lnTo>
                <a:lnTo>
                  <a:pt x="184" y="191"/>
                </a:lnTo>
                <a:lnTo>
                  <a:pt x="171" y="183"/>
                </a:lnTo>
                <a:lnTo>
                  <a:pt x="163" y="182"/>
                </a:lnTo>
                <a:lnTo>
                  <a:pt x="154" y="179"/>
                </a:lnTo>
                <a:lnTo>
                  <a:pt x="154" y="165"/>
                </a:lnTo>
                <a:lnTo>
                  <a:pt x="144" y="165"/>
                </a:lnTo>
                <a:close/>
                <a:moveTo>
                  <a:pt x="129" y="84"/>
                </a:moveTo>
                <a:lnTo>
                  <a:pt x="129" y="110"/>
                </a:lnTo>
                <a:lnTo>
                  <a:pt x="170" y="110"/>
                </a:lnTo>
                <a:lnTo>
                  <a:pt x="170" y="84"/>
                </a:lnTo>
                <a:lnTo>
                  <a:pt x="129" y="84"/>
                </a:lnTo>
                <a:close/>
                <a:moveTo>
                  <a:pt x="109" y="0"/>
                </a:moveTo>
                <a:lnTo>
                  <a:pt x="188" y="0"/>
                </a:lnTo>
                <a:lnTo>
                  <a:pt x="186" y="14"/>
                </a:lnTo>
                <a:lnTo>
                  <a:pt x="217" y="29"/>
                </a:lnTo>
                <a:lnTo>
                  <a:pt x="198" y="77"/>
                </a:lnTo>
                <a:lnTo>
                  <a:pt x="194" y="90"/>
                </a:lnTo>
                <a:lnTo>
                  <a:pt x="195" y="101"/>
                </a:lnTo>
                <a:lnTo>
                  <a:pt x="199" y="110"/>
                </a:lnTo>
                <a:lnTo>
                  <a:pt x="204" y="117"/>
                </a:lnTo>
                <a:lnTo>
                  <a:pt x="209" y="124"/>
                </a:lnTo>
                <a:lnTo>
                  <a:pt x="228" y="151"/>
                </a:lnTo>
                <a:lnTo>
                  <a:pt x="245" y="178"/>
                </a:lnTo>
                <a:lnTo>
                  <a:pt x="262" y="208"/>
                </a:lnTo>
                <a:lnTo>
                  <a:pt x="277" y="237"/>
                </a:lnTo>
                <a:lnTo>
                  <a:pt x="289" y="265"/>
                </a:lnTo>
                <a:lnTo>
                  <a:pt x="297" y="291"/>
                </a:lnTo>
                <a:lnTo>
                  <a:pt x="299" y="314"/>
                </a:lnTo>
                <a:lnTo>
                  <a:pt x="298" y="337"/>
                </a:lnTo>
                <a:lnTo>
                  <a:pt x="291" y="355"/>
                </a:lnTo>
                <a:lnTo>
                  <a:pt x="283" y="368"/>
                </a:lnTo>
                <a:lnTo>
                  <a:pt x="271" y="378"/>
                </a:lnTo>
                <a:lnTo>
                  <a:pt x="256" y="385"/>
                </a:lnTo>
                <a:lnTo>
                  <a:pt x="238" y="390"/>
                </a:lnTo>
                <a:lnTo>
                  <a:pt x="219" y="393"/>
                </a:lnTo>
                <a:lnTo>
                  <a:pt x="198" y="394"/>
                </a:lnTo>
                <a:lnTo>
                  <a:pt x="100" y="394"/>
                </a:lnTo>
                <a:lnTo>
                  <a:pt x="79" y="393"/>
                </a:lnTo>
                <a:lnTo>
                  <a:pt x="59" y="390"/>
                </a:lnTo>
                <a:lnTo>
                  <a:pt x="42" y="385"/>
                </a:lnTo>
                <a:lnTo>
                  <a:pt x="28" y="378"/>
                </a:lnTo>
                <a:lnTo>
                  <a:pt x="16" y="368"/>
                </a:lnTo>
                <a:lnTo>
                  <a:pt x="8" y="355"/>
                </a:lnTo>
                <a:lnTo>
                  <a:pt x="1" y="337"/>
                </a:lnTo>
                <a:lnTo>
                  <a:pt x="0" y="314"/>
                </a:lnTo>
                <a:lnTo>
                  <a:pt x="2" y="291"/>
                </a:lnTo>
                <a:lnTo>
                  <a:pt x="10" y="265"/>
                </a:lnTo>
                <a:lnTo>
                  <a:pt x="21" y="237"/>
                </a:lnTo>
                <a:lnTo>
                  <a:pt x="35" y="208"/>
                </a:lnTo>
                <a:lnTo>
                  <a:pt x="53" y="178"/>
                </a:lnTo>
                <a:lnTo>
                  <a:pt x="70" y="151"/>
                </a:lnTo>
                <a:lnTo>
                  <a:pt x="88" y="124"/>
                </a:lnTo>
                <a:lnTo>
                  <a:pt x="93" y="118"/>
                </a:lnTo>
                <a:lnTo>
                  <a:pt x="99" y="110"/>
                </a:lnTo>
                <a:lnTo>
                  <a:pt x="103" y="101"/>
                </a:lnTo>
                <a:lnTo>
                  <a:pt x="104" y="90"/>
                </a:lnTo>
                <a:lnTo>
                  <a:pt x="100" y="77"/>
                </a:lnTo>
                <a:lnTo>
                  <a:pt x="80" y="29"/>
                </a:lnTo>
                <a:lnTo>
                  <a:pt x="113" y="18"/>
                </a:lnTo>
                <a:lnTo>
                  <a:pt x="109" y="0"/>
                </a:lnTo>
                <a:close/>
              </a:path>
            </a:pathLst>
          </a:custGeom>
          <a:solidFill>
            <a:schemeClr val="accent2"/>
          </a:solidFill>
          <a:ln>
            <a:noFill/>
          </a:ln>
        </p:spPr>
        <p:txBody>
          <a:bodyPr spcFirstLastPara="1" wrap="square" lIns="74302" tIns="37141" rIns="74302" bIns="37141" anchor="t" anchorCtr="0">
            <a:noAutofit/>
          </a:bodyPr>
          <a:lstStyle/>
          <a:p>
            <a:endParaRPr sz="195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50555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F6FBFA2-AA1E-3C4C-A48B-A7A5F1164BC5}"/>
              </a:ext>
            </a:extLst>
          </p:cNvPr>
          <p:cNvSpPr txBox="1"/>
          <p:nvPr/>
        </p:nvSpPr>
        <p:spPr>
          <a:xfrm>
            <a:off x="520065" y="2328358"/>
            <a:ext cx="2236288" cy="2201286"/>
          </a:xfrm>
          <a:prstGeom prst="ellipse">
            <a:avLst/>
          </a:prstGeom>
          <a:solidFill>
            <a:srgbClr val="262626"/>
          </a:solidFill>
          <a:ln w="174625" cmpd="thinThick">
            <a:solidFill>
              <a:srgbClr val="262626"/>
            </a:solidFill>
          </a:ln>
        </p:spPr>
        <p:txBody>
          <a:bodyPr vert="horz" lIns="74295" tIns="37148" rIns="74295" bIns="37148" rtlCol="0" anchor="ctr">
            <a:normAutofit/>
          </a:bodyPr>
          <a:lstStyle>
            <a:lvl1pPr>
              <a:lnSpc>
                <a:spcPct val="90000"/>
              </a:lnSpc>
              <a:spcBef>
                <a:spcPct val="0"/>
              </a:spcBef>
              <a:buNone/>
              <a:defRPr sz="3600" b="1">
                <a:solidFill>
                  <a:srgbClr val="FFC000"/>
                </a:solidFill>
                <a:latin typeface="Avenir" panose="02000503020000020003" pitchFamily="2" charset="0"/>
              </a:defRPr>
            </a:lvl1pPr>
          </a:lstStyle>
          <a:p>
            <a:pPr algn="ctr">
              <a:spcAft>
                <a:spcPts val="488"/>
              </a:spcAft>
            </a:pPr>
            <a:r>
              <a:rPr lang="en-US" sz="2113" dirty="0">
                <a:solidFill>
                  <a:srgbClr val="FFFFFF"/>
                </a:solidFill>
                <a:latin typeface="+mj-lt"/>
                <a:ea typeface="+mj-ea"/>
                <a:cs typeface="+mj-cs"/>
              </a:rPr>
              <a:t>BUILDING AN MVP</a:t>
            </a:r>
          </a:p>
        </p:txBody>
      </p:sp>
      <p:pic>
        <p:nvPicPr>
          <p:cNvPr id="24" name="Picture 23">
            <a:extLst>
              <a:ext uri="{FF2B5EF4-FFF2-40B4-BE49-F238E27FC236}">
                <a16:creationId xmlns:a16="http://schemas.microsoft.com/office/drawing/2014/main" id="{FB26D8E9-8FE0-274D-92A1-56AFC9A4BBE8}"/>
              </a:ext>
            </a:extLst>
          </p:cNvPr>
          <p:cNvPicPr>
            <a:picLocks noChangeAspect="1"/>
          </p:cNvPicPr>
          <p:nvPr/>
        </p:nvPicPr>
        <p:blipFill>
          <a:blip r:embed="rId3"/>
          <a:stretch>
            <a:fillRect/>
          </a:stretch>
        </p:blipFill>
        <p:spPr>
          <a:xfrm>
            <a:off x="2999279" y="1124479"/>
            <a:ext cx="6434627" cy="4455980"/>
          </a:xfrm>
          <a:prstGeom prst="rect">
            <a:avLst/>
          </a:prstGeom>
        </p:spPr>
      </p:pic>
    </p:spTree>
    <p:extLst>
      <p:ext uri="{BB962C8B-B14F-4D97-AF65-F5344CB8AC3E}">
        <p14:creationId xmlns:p14="http://schemas.microsoft.com/office/powerpoint/2010/main" val="2062974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C_Ideas_Template" id="{10EDFE73-4506-CE48-BAEC-9EB110346EBB}" vid="{E2736306-FB7A-8241-A5A3-81A5299B8D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840</TotalTime>
  <Words>414</Words>
  <Application>Microsoft Macintosh PowerPoint</Application>
  <PresentationFormat>A4 Paper (210x297 mm)</PresentationFormat>
  <Paragraphs>87</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Arial Rounded MT Bold</vt:lpstr>
      <vt:lpstr>Calibri</vt:lpstr>
      <vt:lpstr>Calibri Light</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Raju Cherukuri</dc:creator>
  <cp:lastModifiedBy>Raju Cherukuri</cp:lastModifiedBy>
  <cp:revision>38</cp:revision>
  <cp:lastPrinted>2026-03-26T17:00:02Z</cp:lastPrinted>
  <dcterms:created xsi:type="dcterms:W3CDTF">2021-11-14T05:51:08Z</dcterms:created>
  <dcterms:modified xsi:type="dcterms:W3CDTF">2026-03-26T17:24:33Z</dcterms:modified>
</cp:coreProperties>
</file>